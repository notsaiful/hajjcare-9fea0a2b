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71338" r:id="rId2"/>
    <p:sldId id="2147471339" r:id="rId3"/>
    <p:sldId id="256" r:id="rId4"/>
    <p:sldId id="266" r:id="rId5"/>
    <p:sldId id="2147471340" r:id="rId6"/>
    <p:sldId id="296" r:id="rId7"/>
    <p:sldId id="260" r:id="rId8"/>
    <p:sldId id="262" r:id="rId9"/>
    <p:sldId id="261" r:id="rId10"/>
    <p:sldId id="273" r:id="rId11"/>
    <p:sldId id="293" r:id="rId12"/>
    <p:sldId id="290" r:id="rId13"/>
    <p:sldId id="267" r:id="rId14"/>
    <p:sldId id="265" r:id="rId15"/>
    <p:sldId id="285" r:id="rId16"/>
    <p:sldId id="270" r:id="rId17"/>
    <p:sldId id="271" r:id="rId18"/>
    <p:sldId id="268" r:id="rId19"/>
    <p:sldId id="284" r:id="rId20"/>
    <p:sldId id="274" r:id="rId21"/>
    <p:sldId id="289" r:id="rId22"/>
    <p:sldId id="275" r:id="rId23"/>
    <p:sldId id="276" r:id="rId24"/>
    <p:sldId id="277" r:id="rId25"/>
    <p:sldId id="278" r:id="rId26"/>
    <p:sldId id="294" r:id="rId27"/>
    <p:sldId id="280" r:id="rId28"/>
    <p:sldId id="291" r:id="rId29"/>
    <p:sldId id="2147471341" r:id="rId30"/>
    <p:sldId id="281" r:id="rId31"/>
    <p:sldId id="283" r:id="rId32"/>
    <p:sldId id="287" r:id="rId33"/>
    <p:sldId id="272" r:id="rId34"/>
    <p:sldId id="269" r:id="rId35"/>
    <p:sldId id="295" r:id="rId36"/>
    <p:sldId id="25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7080-16AA-1609-71FC-D1EBD44CF0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2BAFA4-6F34-9401-DF2E-709D310190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C4A38C-F143-BD0B-FA9E-00C92C9D56CD}"/>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3B796837-3AC4-7FD2-DE63-708CDFAD22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01C5F5-03DB-0C06-1103-DC307AEE2870}"/>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337261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67720-8343-8601-6206-CD27657B1C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681E7A-E7CA-BDB0-BC81-B3A9E6A051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82E570-6C0D-C5BD-3E31-2251FFC52FED}"/>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37D5224A-E3AD-F185-662C-E323FE64CA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43372F-4208-086D-F1C8-635A07DEFDEC}"/>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600161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982C-8F06-1D26-C2BC-4DD0EC485D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E88880-7809-34C6-E73A-A979B6D7BC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360DDF-DB05-D6BF-BD64-F57B9BD6F674}"/>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44FCA75A-F3B7-AADF-92AC-F67838F6D0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4F920C-7346-B74C-B0BE-C9E08440997C}"/>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2643069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CC0F5-1660-0120-3932-2A9D525A21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BAB26-47E1-80B6-7B65-2491FB93B4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0AAAA4-FB28-E300-69AC-874D3F57F7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8EB7DA-2BEE-B10E-336D-ACCBF928C98C}"/>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6" name="Footer Placeholder 5">
            <a:extLst>
              <a:ext uri="{FF2B5EF4-FFF2-40B4-BE49-F238E27FC236}">
                <a16:creationId xmlns:a16="http://schemas.microsoft.com/office/drawing/2014/main" id="{C461006D-F920-251A-4726-4F3DFD2C6D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0DB39E-F965-07DE-9427-E5B79B54650B}"/>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4027852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4CC5-CFB1-ED66-30D8-2E6D22E302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4F387E-676B-E746-3382-41D9AED876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82183-8B40-A0E2-52E7-E2BE7D0202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9D96EC-194E-56D2-FD16-EC35D28086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C31181-81A8-524D-E76C-9B7E0D3587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8885E0-9260-D9DC-7886-AE0FB660368C}"/>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8" name="Footer Placeholder 7">
            <a:extLst>
              <a:ext uri="{FF2B5EF4-FFF2-40B4-BE49-F238E27FC236}">
                <a16:creationId xmlns:a16="http://schemas.microsoft.com/office/drawing/2014/main" id="{EB8646E7-470C-F2C2-2DD8-F0EC04217C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AE08DE-B0FB-5214-2528-ECED64B004C3}"/>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206760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140F7-10C0-6F7C-0683-1015AB6E51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4BC649-9B79-21CD-E6A7-9E6B192F4E7B}"/>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4" name="Footer Placeholder 3">
            <a:extLst>
              <a:ext uri="{FF2B5EF4-FFF2-40B4-BE49-F238E27FC236}">
                <a16:creationId xmlns:a16="http://schemas.microsoft.com/office/drawing/2014/main" id="{312E9D78-E138-46E2-C4E4-A60120D0DB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2C85B7-AA84-40B4-5E9B-C63B2768CA85}"/>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2571711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56D56A-FDDC-11A8-4A75-A809D1777F1D}"/>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3" name="Footer Placeholder 2">
            <a:extLst>
              <a:ext uri="{FF2B5EF4-FFF2-40B4-BE49-F238E27FC236}">
                <a16:creationId xmlns:a16="http://schemas.microsoft.com/office/drawing/2014/main" id="{E5188571-E9F0-AC84-2818-23E5F91654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04BB18-166F-F1EF-65DC-65D8E640CC9F}"/>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455951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5AB2-CC8A-C1BE-C817-DEE6CDABC4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F0FCE5-405C-569D-6B3E-B15BF2166C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09ECB8-34F8-EBD2-8112-7A10B3B99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9AB3E-13A6-6F2F-4E58-E8006C87B872}"/>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6" name="Footer Placeholder 5">
            <a:extLst>
              <a:ext uri="{FF2B5EF4-FFF2-40B4-BE49-F238E27FC236}">
                <a16:creationId xmlns:a16="http://schemas.microsoft.com/office/drawing/2014/main" id="{AB769DC4-3071-AB29-9196-C92961BE64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8198B0-B3FC-58F1-0026-EF7AF34FC5C3}"/>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373669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9A17-071E-FD80-D361-9D8177AD75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EA8B67-A78F-B47E-F317-0DD2395663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E15AF0-230A-90AD-9C94-6DA6B275F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B8C4DC-623B-6CFC-1A24-5B890E797FB3}"/>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6" name="Footer Placeholder 5">
            <a:extLst>
              <a:ext uri="{FF2B5EF4-FFF2-40B4-BE49-F238E27FC236}">
                <a16:creationId xmlns:a16="http://schemas.microsoft.com/office/drawing/2014/main" id="{80B126C5-E51B-978B-4B30-638E283659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665DDC-F1F6-5247-C4CA-E530AB82C456}"/>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1862686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07DA-D8B4-0A52-F53E-D169E6C67B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F1C4E-5E77-231C-239E-1F9A3CAC47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229F9C-9FFA-C9F4-68B7-CB9C42DEC4B7}"/>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662E7555-0C99-29AA-E0A8-58943A2A85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B56E2F-75C0-3EC0-A6ED-4B3E29A80C42}"/>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1318161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E3100D-C831-F8EF-19D3-E9A4A76962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31F81F-B4DA-B4A6-72BA-62039F2FC5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D2E003-D9E8-7A2C-955E-721302D520C6}"/>
              </a:ext>
            </a:extLst>
          </p:cNvPr>
          <p:cNvSpPr>
            <a:spLocks noGrp="1"/>
          </p:cNvSpPr>
          <p:nvPr>
            <p:ph type="dt" sz="half" idx="10"/>
          </p:nvPr>
        </p:nvSpPr>
        <p:spPr/>
        <p:txBody>
          <a:body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959F3F85-61BA-8192-32CF-9263FF76CB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39A479-C21B-6D6E-83E3-A1DD265D76E9}"/>
              </a:ext>
            </a:extLst>
          </p:cNvPr>
          <p:cNvSpPr>
            <a:spLocks noGrp="1"/>
          </p:cNvSpPr>
          <p:nvPr>
            <p:ph type="sldNum" sz="quarter" idx="12"/>
          </p:nvPr>
        </p:nvSpPr>
        <p:spPr/>
        <p:txBody>
          <a:bodyPr/>
          <a:lstStyle/>
          <a:p>
            <a:fld id="{12CFF226-F956-484D-82E5-20F28594BB62}" type="slidenum">
              <a:rPr lang="en-IN" smtClean="0"/>
              <a:t>‹#›</a:t>
            </a:fld>
            <a:endParaRPr lang="en-IN"/>
          </a:p>
        </p:txBody>
      </p:sp>
    </p:spTree>
    <p:extLst>
      <p:ext uri="{BB962C8B-B14F-4D97-AF65-F5344CB8AC3E}">
        <p14:creationId xmlns:p14="http://schemas.microsoft.com/office/powerpoint/2010/main" val="852586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8">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FAE175-A03B-9A6F-860F-54A40799B323}"/>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Freeform: Shape 26">
            <a:extLst>
              <a:ext uri="{FF2B5EF4-FFF2-40B4-BE49-F238E27FC236}">
                <a16:creationId xmlns:a16="http://schemas.microsoft.com/office/drawing/2014/main" id="{83A27215-3DFA-41C6-B568-B3C61D8F187B}"/>
              </a:ext>
            </a:extLst>
          </p:cNvPr>
          <p:cNvSpPr/>
          <p:nvPr/>
        </p:nvSpPr>
        <p:spPr>
          <a:xfrm>
            <a:off x="8471179" y="475928"/>
            <a:ext cx="2304794" cy="2208809"/>
          </a:xfrm>
          <a:custGeom>
            <a:avLst/>
            <a:gdLst>
              <a:gd name="connsiteX0" fmla="*/ 1164938 w 2304794"/>
              <a:gd name="connsiteY0" fmla="*/ 0 h 2208809"/>
              <a:gd name="connsiteX1" fmla="*/ 1346542 w 2304794"/>
              <a:gd name="connsiteY1" fmla="*/ 75217 h 2208809"/>
              <a:gd name="connsiteX2" fmla="*/ 2254633 w 2304794"/>
              <a:gd name="connsiteY2" fmla="*/ 983307 h 2208809"/>
              <a:gd name="connsiteX3" fmla="*/ 2254633 w 2304794"/>
              <a:gd name="connsiteY3" fmla="*/ 1225476 h 2208809"/>
              <a:gd name="connsiteX4" fmla="*/ 1346542 w 2304794"/>
              <a:gd name="connsiteY4" fmla="*/ 2133566 h 2208809"/>
              <a:gd name="connsiteX5" fmla="*/ 983306 w 2304794"/>
              <a:gd name="connsiteY5" fmla="*/ 2133566 h 2208809"/>
              <a:gd name="connsiteX6" fmla="*/ 983306 w 2304794"/>
              <a:gd name="connsiteY6" fmla="*/ 1770330 h 2208809"/>
              <a:gd name="connsiteX7" fmla="*/ 1528160 w 2304794"/>
              <a:gd name="connsiteY7" fmla="*/ 1225476 h 2208809"/>
              <a:gd name="connsiteX8" fmla="*/ 1528160 w 2304794"/>
              <a:gd name="connsiteY8" fmla="*/ 983307 h 2208809"/>
              <a:gd name="connsiteX9" fmla="*/ 983306 w 2304794"/>
              <a:gd name="connsiteY9" fmla="*/ 438452 h 2208809"/>
              <a:gd name="connsiteX10" fmla="*/ 983306 w 2304794"/>
              <a:gd name="connsiteY10" fmla="*/ 75217 h 2208809"/>
              <a:gd name="connsiteX11" fmla="*/ 1164938 w 2304794"/>
              <a:gd name="connsiteY11" fmla="*/ 0 h 2208809"/>
              <a:gd name="connsiteX12" fmla="*/ 256848 w 2304794"/>
              <a:gd name="connsiteY12" fmla="*/ 0 h 2208809"/>
              <a:gd name="connsiteX13" fmla="*/ 438452 w 2304794"/>
              <a:gd name="connsiteY13" fmla="*/ 75217 h 2208809"/>
              <a:gd name="connsiteX14" fmla="*/ 1346543 w 2304794"/>
              <a:gd name="connsiteY14" fmla="*/ 983307 h 2208809"/>
              <a:gd name="connsiteX15" fmla="*/ 1346543 w 2304794"/>
              <a:gd name="connsiteY15" fmla="*/ 1225476 h 2208809"/>
              <a:gd name="connsiteX16" fmla="*/ 438452 w 2304794"/>
              <a:gd name="connsiteY16" fmla="*/ 2133566 h 2208809"/>
              <a:gd name="connsiteX17" fmla="*/ 75216 w 2304794"/>
              <a:gd name="connsiteY17" fmla="*/ 2133566 h 2208809"/>
              <a:gd name="connsiteX18" fmla="*/ 75216 w 2304794"/>
              <a:gd name="connsiteY18" fmla="*/ 1770330 h 2208809"/>
              <a:gd name="connsiteX19" fmla="*/ 620070 w 2304794"/>
              <a:gd name="connsiteY19" fmla="*/ 1225476 h 2208809"/>
              <a:gd name="connsiteX20" fmla="*/ 620070 w 2304794"/>
              <a:gd name="connsiteY20" fmla="*/ 983307 h 2208809"/>
              <a:gd name="connsiteX21" fmla="*/ 75216 w 2304794"/>
              <a:gd name="connsiteY21" fmla="*/ 438452 h 2208809"/>
              <a:gd name="connsiteX22" fmla="*/ 75216 w 2304794"/>
              <a:gd name="connsiteY22" fmla="*/ 75217 h 2208809"/>
              <a:gd name="connsiteX23" fmla="*/ 256848 w 2304794"/>
              <a:gd name="connsiteY23" fmla="*/ 0 h 220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794" h="2208809">
                <a:moveTo>
                  <a:pt x="1164938" y="0"/>
                </a:moveTo>
                <a:cubicBezTo>
                  <a:pt x="1230670" y="0"/>
                  <a:pt x="1296398" y="25072"/>
                  <a:pt x="1346542" y="75217"/>
                </a:cubicBezTo>
                <a:lnTo>
                  <a:pt x="2254633" y="983307"/>
                </a:lnTo>
                <a:cubicBezTo>
                  <a:pt x="2321515" y="1050189"/>
                  <a:pt x="2321515" y="1158628"/>
                  <a:pt x="2254633" y="1225476"/>
                </a:cubicBezTo>
                <a:lnTo>
                  <a:pt x="1346542" y="2133566"/>
                </a:lnTo>
                <a:cubicBezTo>
                  <a:pt x="1246254" y="2233890"/>
                  <a:pt x="1083630" y="2233890"/>
                  <a:pt x="983306" y="2133566"/>
                </a:cubicBezTo>
                <a:cubicBezTo>
                  <a:pt x="883018" y="2033277"/>
                  <a:pt x="883018" y="1870618"/>
                  <a:pt x="983306" y="1770330"/>
                </a:cubicBezTo>
                <a:lnTo>
                  <a:pt x="1528160" y="1225476"/>
                </a:lnTo>
                <a:cubicBezTo>
                  <a:pt x="1595043" y="1158593"/>
                  <a:pt x="1595043" y="1050189"/>
                  <a:pt x="1528160" y="983307"/>
                </a:cubicBezTo>
                <a:lnTo>
                  <a:pt x="983306" y="438452"/>
                </a:lnTo>
                <a:cubicBezTo>
                  <a:pt x="883018" y="338164"/>
                  <a:pt x="883018" y="175540"/>
                  <a:pt x="983306" y="75217"/>
                </a:cubicBezTo>
                <a:cubicBezTo>
                  <a:pt x="1033468" y="25072"/>
                  <a:pt x="1099205" y="0"/>
                  <a:pt x="1164938" y="0"/>
                </a:cubicBezTo>
                <a:close/>
                <a:moveTo>
                  <a:pt x="256848" y="0"/>
                </a:moveTo>
                <a:cubicBezTo>
                  <a:pt x="322580" y="0"/>
                  <a:pt x="388308" y="25072"/>
                  <a:pt x="438452" y="75217"/>
                </a:cubicBezTo>
                <a:lnTo>
                  <a:pt x="1346543" y="983307"/>
                </a:lnTo>
                <a:cubicBezTo>
                  <a:pt x="1413425" y="1050189"/>
                  <a:pt x="1413425" y="1158628"/>
                  <a:pt x="1346543" y="1225476"/>
                </a:cubicBezTo>
                <a:lnTo>
                  <a:pt x="438452" y="2133566"/>
                </a:lnTo>
                <a:cubicBezTo>
                  <a:pt x="338164" y="2233890"/>
                  <a:pt x="175540" y="2233890"/>
                  <a:pt x="75216" y="2133566"/>
                </a:cubicBezTo>
                <a:cubicBezTo>
                  <a:pt x="-25072" y="2033277"/>
                  <a:pt x="-25072" y="1870618"/>
                  <a:pt x="75216" y="1770330"/>
                </a:cubicBezTo>
                <a:lnTo>
                  <a:pt x="620070" y="1225476"/>
                </a:lnTo>
                <a:cubicBezTo>
                  <a:pt x="686953" y="1158593"/>
                  <a:pt x="686953" y="1050189"/>
                  <a:pt x="620070" y="983307"/>
                </a:cubicBezTo>
                <a:lnTo>
                  <a:pt x="75216" y="438452"/>
                </a:lnTo>
                <a:cubicBezTo>
                  <a:pt x="-25072" y="338164"/>
                  <a:pt x="-25072" y="175540"/>
                  <a:pt x="75216" y="75217"/>
                </a:cubicBezTo>
                <a:cubicBezTo>
                  <a:pt x="125378" y="25072"/>
                  <a:pt x="191115" y="0"/>
                  <a:pt x="256848" y="0"/>
                </a:cubicBezTo>
                <a:close/>
              </a:path>
            </a:pathLst>
          </a:custGeom>
          <a:solidFill>
            <a:schemeClr val="accent1"/>
          </a:solidFill>
          <a:ln w="8141" cap="flat">
            <a:noFill/>
            <a:prstDash val="solid"/>
            <a:miter/>
          </a:ln>
        </p:spPr>
        <p:txBody>
          <a:bodyPr rtlCol="0" anchor="ctr"/>
          <a:lstStyle/>
          <a:p>
            <a:endParaRPr lang="en-GB"/>
          </a:p>
        </p:txBody>
      </p:sp>
      <p:sp>
        <p:nvSpPr>
          <p:cNvPr id="4" name="Title 7">
            <a:extLst>
              <a:ext uri="{FF2B5EF4-FFF2-40B4-BE49-F238E27FC236}">
                <a16:creationId xmlns:a16="http://schemas.microsoft.com/office/drawing/2014/main" id="{80C26C9E-755F-DD40-904A-AD61EDAA3D9B}"/>
              </a:ext>
            </a:extLst>
          </p:cNvPr>
          <p:cNvSpPr>
            <a:spLocks noGrp="1"/>
          </p:cNvSpPr>
          <p:nvPr userDrawn="1">
            <p:ph type="title" hasCustomPrompt="1"/>
          </p:nvPr>
        </p:nvSpPr>
        <p:spPr>
          <a:xfrm>
            <a:off x="7320866" y="2159402"/>
            <a:ext cx="4316968" cy="629156"/>
          </a:xfrm>
          <a:prstGeom prst="rect">
            <a:avLst/>
          </a:prstGeom>
        </p:spPr>
        <p:txBody>
          <a:bodyPr rIns="0" anchor="b"/>
          <a:lstStyle>
            <a:lvl1pPr algn="r">
              <a:defRPr sz="3200" b="0" cap="none" baseline="0">
                <a:solidFill>
                  <a:schemeClr val="tx1"/>
                </a:solidFill>
                <a:latin typeface="Calibri" panose="020F0502020204030204" pitchFamily="34" charset="0"/>
                <a:cs typeface="Calibri" panose="020F0502020204030204" pitchFamily="34" charset="0"/>
              </a:defRPr>
            </a:lvl1pPr>
          </a:lstStyle>
          <a:p>
            <a:r>
              <a:rPr lang="en-US"/>
              <a:t>Enter your title here</a:t>
            </a:r>
          </a:p>
        </p:txBody>
      </p:sp>
      <p:sp>
        <p:nvSpPr>
          <p:cNvPr id="6" name="Text Placeholder 7">
            <a:extLst>
              <a:ext uri="{FF2B5EF4-FFF2-40B4-BE49-F238E27FC236}">
                <a16:creationId xmlns:a16="http://schemas.microsoft.com/office/drawing/2014/main" id="{BC6F94F8-00E4-8343-ADC2-09026F00B8E8}"/>
              </a:ext>
            </a:extLst>
          </p:cNvPr>
          <p:cNvSpPr>
            <a:spLocks noGrp="1"/>
          </p:cNvSpPr>
          <p:nvPr userDrawn="1">
            <p:ph type="body" sz="quarter" idx="11" hasCustomPrompt="1"/>
          </p:nvPr>
        </p:nvSpPr>
        <p:spPr>
          <a:xfrm>
            <a:off x="9438239" y="4221088"/>
            <a:ext cx="2199595" cy="315912"/>
          </a:xfrm>
          <a:prstGeom prst="rect">
            <a:avLst/>
          </a:prstGeom>
        </p:spPr>
        <p:txBody>
          <a:bodyPr rIns="0">
            <a:noAutofit/>
          </a:bodyPr>
          <a:lstStyle>
            <a:lvl1pPr marL="0" indent="0" algn="r">
              <a:buNone/>
              <a:defRPr sz="1600">
                <a:solidFill>
                  <a:schemeClr val="tx1"/>
                </a:solidFill>
                <a:latin typeface="Calibri" panose="020F0502020204030204" pitchFamily="34" charset="0"/>
                <a:cs typeface="Calibri" panose="020F0502020204030204" pitchFamily="34" charset="0"/>
              </a:defRPr>
            </a:lvl1pPr>
            <a:lvl2pPr algn="r">
              <a:defRPr sz="1400">
                <a:latin typeface="+mj-lt"/>
              </a:defRPr>
            </a:lvl2pPr>
            <a:lvl3pPr algn="r">
              <a:defRPr sz="1400">
                <a:latin typeface="+mj-lt"/>
              </a:defRPr>
            </a:lvl3pPr>
            <a:lvl4pPr algn="r">
              <a:defRPr sz="1400">
                <a:latin typeface="+mj-lt"/>
              </a:defRPr>
            </a:lvl4pPr>
            <a:lvl5pPr algn="r">
              <a:defRPr sz="1400">
                <a:latin typeface="+mj-lt"/>
              </a:defRPr>
            </a:lvl5pPr>
          </a:lstStyle>
          <a:p>
            <a:pPr lvl="0"/>
            <a:r>
              <a:rPr lang="en-US"/>
              <a:t>Enter date here</a:t>
            </a:r>
          </a:p>
        </p:txBody>
      </p:sp>
      <p:sp>
        <p:nvSpPr>
          <p:cNvPr id="7" name="TextBox 6">
            <a:extLst>
              <a:ext uri="{FF2B5EF4-FFF2-40B4-BE49-F238E27FC236}">
                <a16:creationId xmlns:a16="http://schemas.microsoft.com/office/drawing/2014/main" id="{AFDD27A8-1D7A-4570-9779-E68B0C95A804}"/>
              </a:ext>
            </a:extLst>
          </p:cNvPr>
          <p:cNvSpPr txBox="1"/>
          <p:nvPr userDrawn="1"/>
        </p:nvSpPr>
        <p:spPr>
          <a:xfrm rot="5400000">
            <a:off x="-915955" y="3321279"/>
            <a:ext cx="2047355" cy="215444"/>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©Accelya Group - Commercial in Confidence</a:t>
            </a:r>
            <a:endParaRPr kumimoji="0" lang="en-GB" sz="800" b="0" i="0" u="none" strike="noStrike" kern="1200" cap="none" spc="0" normalizeH="0" baseline="0" noProof="0">
              <a:ln>
                <a:noFill/>
              </a:ln>
              <a:solidFill>
                <a:srgbClr val="FFFFFF"/>
              </a:solidFill>
              <a:effectLst/>
              <a:uLnTx/>
              <a:uFillTx/>
              <a:latin typeface="Calibri Light"/>
              <a:ea typeface="+mn-ea"/>
              <a:cs typeface="+mn-cs"/>
            </a:endParaRPr>
          </a:p>
        </p:txBody>
      </p:sp>
      <p:sp>
        <p:nvSpPr>
          <p:cNvPr id="9" name="Text Placeholder 7">
            <a:extLst>
              <a:ext uri="{FF2B5EF4-FFF2-40B4-BE49-F238E27FC236}">
                <a16:creationId xmlns:a16="http://schemas.microsoft.com/office/drawing/2014/main" id="{22BB8C0E-14E3-4A56-9191-6C237130105E}"/>
              </a:ext>
            </a:extLst>
          </p:cNvPr>
          <p:cNvSpPr>
            <a:spLocks noGrp="1"/>
          </p:cNvSpPr>
          <p:nvPr userDrawn="1">
            <p:ph type="body" sz="quarter" idx="12" hasCustomPrompt="1"/>
          </p:nvPr>
        </p:nvSpPr>
        <p:spPr>
          <a:xfrm>
            <a:off x="7320866" y="2996952"/>
            <a:ext cx="4316968" cy="498475"/>
          </a:xfrm>
        </p:spPr>
        <p:txBody>
          <a:bodyPr rIns="0">
            <a:noAutofit/>
          </a:bodyPr>
          <a:lstStyle>
            <a:lvl1pPr marL="0" indent="0" algn="r">
              <a:buNone/>
              <a:defRPr sz="2000" cap="none" baseline="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Enter sub-title here</a:t>
            </a:r>
            <a:endParaRPr lang="en-GB"/>
          </a:p>
        </p:txBody>
      </p:sp>
      <p:sp>
        <p:nvSpPr>
          <p:cNvPr id="26" name="Freeform: Shape 25">
            <a:extLst>
              <a:ext uri="{FF2B5EF4-FFF2-40B4-BE49-F238E27FC236}">
                <a16:creationId xmlns:a16="http://schemas.microsoft.com/office/drawing/2014/main" id="{87A033D6-9DF4-4722-B304-01088339F055}"/>
              </a:ext>
            </a:extLst>
          </p:cNvPr>
          <p:cNvSpPr/>
          <p:nvPr userDrawn="1"/>
        </p:nvSpPr>
        <p:spPr>
          <a:xfrm>
            <a:off x="626904" y="4248253"/>
            <a:ext cx="3708843" cy="2609747"/>
          </a:xfrm>
          <a:custGeom>
            <a:avLst/>
            <a:gdLst>
              <a:gd name="connsiteX0" fmla="*/ 1874602 w 3708843"/>
              <a:gd name="connsiteY0" fmla="*/ 0 h 2609747"/>
              <a:gd name="connsiteX1" fmla="*/ 2166838 w 3708843"/>
              <a:gd name="connsiteY1" fmla="*/ 121038 h 2609747"/>
              <a:gd name="connsiteX2" fmla="*/ 3628124 w 3708843"/>
              <a:gd name="connsiteY2" fmla="*/ 1582324 h 2609747"/>
              <a:gd name="connsiteX3" fmla="*/ 3628124 w 3708843"/>
              <a:gd name="connsiteY3" fmla="*/ 1972019 h 2609747"/>
              <a:gd name="connsiteX4" fmla="*/ 2990396 w 3708843"/>
              <a:gd name="connsiteY4" fmla="*/ 2609747 h 2609747"/>
              <a:gd name="connsiteX5" fmla="*/ 1821367 w 3708843"/>
              <a:gd name="connsiteY5" fmla="*/ 2609747 h 2609747"/>
              <a:gd name="connsiteX6" fmla="*/ 2459095 w 3708843"/>
              <a:gd name="connsiteY6" fmla="*/ 1972019 h 2609747"/>
              <a:gd name="connsiteX7" fmla="*/ 2459095 w 3708843"/>
              <a:gd name="connsiteY7" fmla="*/ 1582324 h 2609747"/>
              <a:gd name="connsiteX8" fmla="*/ 1582323 w 3708843"/>
              <a:gd name="connsiteY8" fmla="*/ 705552 h 2609747"/>
              <a:gd name="connsiteX9" fmla="*/ 1582323 w 3708843"/>
              <a:gd name="connsiteY9" fmla="*/ 121038 h 2609747"/>
              <a:gd name="connsiteX10" fmla="*/ 1874602 w 3708843"/>
              <a:gd name="connsiteY10" fmla="*/ 0 h 2609747"/>
              <a:gd name="connsiteX11" fmla="*/ 413316 w 3708843"/>
              <a:gd name="connsiteY11" fmla="*/ 0 h 2609747"/>
              <a:gd name="connsiteX12" fmla="*/ 705552 w 3708843"/>
              <a:gd name="connsiteY12" fmla="*/ 121038 h 2609747"/>
              <a:gd name="connsiteX13" fmla="*/ 2166838 w 3708843"/>
              <a:gd name="connsiteY13" fmla="*/ 1582324 h 2609747"/>
              <a:gd name="connsiteX14" fmla="*/ 2166838 w 3708843"/>
              <a:gd name="connsiteY14" fmla="*/ 1972019 h 2609747"/>
              <a:gd name="connsiteX15" fmla="*/ 1529110 w 3708843"/>
              <a:gd name="connsiteY15" fmla="*/ 2609747 h 2609747"/>
              <a:gd name="connsiteX16" fmla="*/ 360080 w 3708843"/>
              <a:gd name="connsiteY16" fmla="*/ 2609747 h 2609747"/>
              <a:gd name="connsiteX17" fmla="*/ 997809 w 3708843"/>
              <a:gd name="connsiteY17" fmla="*/ 1972019 h 2609747"/>
              <a:gd name="connsiteX18" fmla="*/ 997809 w 3708843"/>
              <a:gd name="connsiteY18" fmla="*/ 1582324 h 2609747"/>
              <a:gd name="connsiteX19" fmla="*/ 121037 w 3708843"/>
              <a:gd name="connsiteY19" fmla="*/ 705552 h 2609747"/>
              <a:gd name="connsiteX20" fmla="*/ 121037 w 3708843"/>
              <a:gd name="connsiteY20" fmla="*/ 121038 h 2609747"/>
              <a:gd name="connsiteX21" fmla="*/ 413316 w 3708843"/>
              <a:gd name="connsiteY21" fmla="*/ 0 h 260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08843" h="2609747">
                <a:moveTo>
                  <a:pt x="1874602" y="0"/>
                </a:moveTo>
                <a:cubicBezTo>
                  <a:pt x="1980377" y="0"/>
                  <a:pt x="2086146" y="40346"/>
                  <a:pt x="2166838" y="121038"/>
                </a:cubicBezTo>
                <a:lnTo>
                  <a:pt x="3628124" y="1582324"/>
                </a:lnTo>
                <a:cubicBezTo>
                  <a:pt x="3735750" y="1689950"/>
                  <a:pt x="3735750" y="1864449"/>
                  <a:pt x="3628124" y="1972019"/>
                </a:cubicBezTo>
                <a:lnTo>
                  <a:pt x="2990396" y="2609747"/>
                </a:lnTo>
                <a:lnTo>
                  <a:pt x="1821367" y="2609747"/>
                </a:lnTo>
                <a:lnTo>
                  <a:pt x="2459095" y="1972019"/>
                </a:lnTo>
                <a:cubicBezTo>
                  <a:pt x="2566722" y="1864392"/>
                  <a:pt x="2566722" y="1689950"/>
                  <a:pt x="2459095" y="1582324"/>
                </a:cubicBezTo>
                <a:lnTo>
                  <a:pt x="1582323" y="705552"/>
                </a:lnTo>
                <a:cubicBezTo>
                  <a:pt x="1420941" y="544169"/>
                  <a:pt x="1420941" y="282477"/>
                  <a:pt x="1582323" y="121038"/>
                </a:cubicBezTo>
                <a:cubicBezTo>
                  <a:pt x="1663043" y="40346"/>
                  <a:pt x="1768826" y="0"/>
                  <a:pt x="1874602" y="0"/>
                </a:cubicBezTo>
                <a:close/>
                <a:moveTo>
                  <a:pt x="413316" y="0"/>
                </a:moveTo>
                <a:cubicBezTo>
                  <a:pt x="519091" y="0"/>
                  <a:pt x="624860" y="40346"/>
                  <a:pt x="705552" y="121038"/>
                </a:cubicBezTo>
                <a:lnTo>
                  <a:pt x="2166838" y="1582324"/>
                </a:lnTo>
                <a:cubicBezTo>
                  <a:pt x="2274464" y="1689950"/>
                  <a:pt x="2274464" y="1864449"/>
                  <a:pt x="2166838" y="1972019"/>
                </a:cubicBezTo>
                <a:lnTo>
                  <a:pt x="1529110" y="2609747"/>
                </a:lnTo>
                <a:lnTo>
                  <a:pt x="360080" y="2609747"/>
                </a:lnTo>
                <a:lnTo>
                  <a:pt x="997809" y="1972019"/>
                </a:lnTo>
                <a:cubicBezTo>
                  <a:pt x="1105436" y="1864392"/>
                  <a:pt x="1105436" y="1689950"/>
                  <a:pt x="997809" y="1582324"/>
                </a:cubicBezTo>
                <a:lnTo>
                  <a:pt x="121037" y="705552"/>
                </a:lnTo>
                <a:cubicBezTo>
                  <a:pt x="-40345" y="544169"/>
                  <a:pt x="-40345" y="282477"/>
                  <a:pt x="121037" y="121038"/>
                </a:cubicBezTo>
                <a:cubicBezTo>
                  <a:pt x="201757" y="40346"/>
                  <a:pt x="307540" y="0"/>
                  <a:pt x="413316" y="0"/>
                </a:cubicBezTo>
                <a:close/>
              </a:path>
            </a:pathLst>
          </a:custGeom>
          <a:solidFill>
            <a:schemeClr val="accent1"/>
          </a:solidFill>
          <a:ln w="8141" cap="flat">
            <a:noFill/>
            <a:prstDash val="solid"/>
            <a:miter/>
          </a:ln>
        </p:spPr>
        <p:txBody>
          <a:bodyPr rtlCol="0" anchor="ctr"/>
          <a:lstStyle/>
          <a:p>
            <a:endParaRPr lang="en-GB"/>
          </a:p>
        </p:txBody>
      </p:sp>
      <p:sp>
        <p:nvSpPr>
          <p:cNvPr id="5" name="Freeform: Shape 4">
            <a:extLst>
              <a:ext uri="{FF2B5EF4-FFF2-40B4-BE49-F238E27FC236}">
                <a16:creationId xmlns:a16="http://schemas.microsoft.com/office/drawing/2014/main" id="{BF820D3D-74D9-35D8-4588-18624FC26B84}"/>
              </a:ext>
            </a:extLst>
          </p:cNvPr>
          <p:cNvSpPr/>
          <p:nvPr userDrawn="1"/>
        </p:nvSpPr>
        <p:spPr>
          <a:xfrm>
            <a:off x="9673145" y="5887134"/>
            <a:ext cx="1964689" cy="554166"/>
          </a:xfrm>
          <a:custGeom>
            <a:avLst/>
            <a:gdLst>
              <a:gd name="connsiteX0" fmla="*/ 374428 w 4666869"/>
              <a:gd name="connsiteY0" fmla="*/ 249460 h 1316354"/>
              <a:gd name="connsiteX1" fmla="*/ 0 w 4666869"/>
              <a:gd name="connsiteY1" fmla="*/ 623888 h 1316354"/>
              <a:gd name="connsiteX2" fmla="*/ 374428 w 4666869"/>
              <a:gd name="connsiteY2" fmla="*/ 998315 h 1316354"/>
              <a:gd name="connsiteX3" fmla="*/ 601885 w 4666869"/>
              <a:gd name="connsiteY3" fmla="*/ 921544 h 1316354"/>
              <a:gd name="connsiteX4" fmla="*/ 601885 w 4666869"/>
              <a:gd name="connsiteY4" fmla="*/ 994315 h 1316354"/>
              <a:gd name="connsiteX5" fmla="*/ 748856 w 4666869"/>
              <a:gd name="connsiteY5" fmla="*/ 994505 h 1316354"/>
              <a:gd name="connsiteX6" fmla="*/ 748856 w 4666869"/>
              <a:gd name="connsiteY6" fmla="*/ 623792 h 1316354"/>
              <a:gd name="connsiteX7" fmla="*/ 374428 w 4666869"/>
              <a:gd name="connsiteY7" fmla="*/ 249460 h 1316354"/>
              <a:gd name="connsiteX8" fmla="*/ 374428 w 4666869"/>
              <a:gd name="connsiteY8" fmla="*/ 850582 h 1316354"/>
              <a:gd name="connsiteX9" fmla="*/ 147733 w 4666869"/>
              <a:gd name="connsiteY9" fmla="*/ 623888 h 1316354"/>
              <a:gd name="connsiteX10" fmla="*/ 374428 w 4666869"/>
              <a:gd name="connsiteY10" fmla="*/ 397288 h 1316354"/>
              <a:gd name="connsiteX11" fmla="*/ 601028 w 4666869"/>
              <a:gd name="connsiteY11" fmla="*/ 623888 h 1316354"/>
              <a:gd name="connsiteX12" fmla="*/ 374428 w 4666869"/>
              <a:gd name="connsiteY12" fmla="*/ 850582 h 1316354"/>
              <a:gd name="connsiteX13" fmla="*/ 3103531 w 4666869"/>
              <a:gd name="connsiteY13" fmla="*/ 800957 h 1316354"/>
              <a:gd name="connsiteX14" fmla="*/ 3103531 w 4666869"/>
              <a:gd name="connsiteY14" fmla="*/ 0 h 1316354"/>
              <a:gd name="connsiteX15" fmla="*/ 2956274 w 4666869"/>
              <a:gd name="connsiteY15" fmla="*/ 0 h 1316354"/>
              <a:gd name="connsiteX16" fmla="*/ 2956274 w 4666869"/>
              <a:gd name="connsiteY16" fmla="*/ 800957 h 1316354"/>
              <a:gd name="connsiteX17" fmla="*/ 3012186 w 4666869"/>
              <a:gd name="connsiteY17" fmla="*/ 960120 h 1316354"/>
              <a:gd name="connsiteX18" fmla="*/ 3153918 w 4666869"/>
              <a:gd name="connsiteY18" fmla="*/ 998315 h 1316354"/>
              <a:gd name="connsiteX19" fmla="*/ 3186589 w 4666869"/>
              <a:gd name="connsiteY19" fmla="*/ 998315 h 1316354"/>
              <a:gd name="connsiteX20" fmla="*/ 3186589 w 4666869"/>
              <a:gd name="connsiteY20" fmla="*/ 851535 h 1316354"/>
              <a:gd name="connsiteX21" fmla="*/ 3153918 w 4666869"/>
              <a:gd name="connsiteY21" fmla="*/ 851535 h 1316354"/>
              <a:gd name="connsiteX22" fmla="*/ 3103531 w 4666869"/>
              <a:gd name="connsiteY22" fmla="*/ 800957 h 1316354"/>
              <a:gd name="connsiteX23" fmla="*/ 3704463 w 4666869"/>
              <a:gd name="connsiteY23" fmla="*/ 627888 h 1316354"/>
              <a:gd name="connsiteX24" fmla="*/ 3704654 w 4666869"/>
              <a:gd name="connsiteY24" fmla="*/ 640270 h 1316354"/>
              <a:gd name="connsiteX25" fmla="*/ 3704463 w 4666869"/>
              <a:gd name="connsiteY25" fmla="*/ 648272 h 1316354"/>
              <a:gd name="connsiteX26" fmla="*/ 3704654 w 4666869"/>
              <a:gd name="connsiteY26" fmla="*/ 712089 h 1316354"/>
              <a:gd name="connsiteX27" fmla="*/ 3564160 w 4666869"/>
              <a:gd name="connsiteY27" fmla="*/ 849154 h 1316354"/>
              <a:gd name="connsiteX28" fmla="*/ 3424238 w 4666869"/>
              <a:gd name="connsiteY28" fmla="*/ 716185 h 1316354"/>
              <a:gd name="connsiteX29" fmla="*/ 3424238 w 4666869"/>
              <a:gd name="connsiteY29" fmla="*/ 249460 h 1316354"/>
              <a:gd name="connsiteX30" fmla="*/ 3277076 w 4666869"/>
              <a:gd name="connsiteY30" fmla="*/ 249460 h 1316354"/>
              <a:gd name="connsiteX31" fmla="*/ 3277076 w 4666869"/>
              <a:gd name="connsiteY31" fmla="*/ 718852 h 1316354"/>
              <a:gd name="connsiteX32" fmla="*/ 3553397 w 4666869"/>
              <a:gd name="connsiteY32" fmla="*/ 995172 h 1316354"/>
              <a:gd name="connsiteX33" fmla="*/ 3564065 w 4666869"/>
              <a:gd name="connsiteY33" fmla="*/ 995172 h 1316354"/>
              <a:gd name="connsiteX34" fmla="*/ 3704463 w 4666869"/>
              <a:gd name="connsiteY34" fmla="*/ 959167 h 1316354"/>
              <a:gd name="connsiteX35" fmla="*/ 3704463 w 4666869"/>
              <a:gd name="connsiteY35" fmla="*/ 1037844 h 1316354"/>
              <a:gd name="connsiteX36" fmla="*/ 3564065 w 4666869"/>
              <a:gd name="connsiteY36" fmla="*/ 1170051 h 1316354"/>
              <a:gd name="connsiteX37" fmla="*/ 3394710 w 4666869"/>
              <a:gd name="connsiteY37" fmla="*/ 1043273 h 1316354"/>
              <a:gd name="connsiteX38" fmla="*/ 3285934 w 4666869"/>
              <a:gd name="connsiteY38" fmla="*/ 1110234 h 1316354"/>
              <a:gd name="connsiteX39" fmla="*/ 3293936 w 4666869"/>
              <a:gd name="connsiteY39" fmla="*/ 1130237 h 1316354"/>
              <a:gd name="connsiteX40" fmla="*/ 3553397 w 4666869"/>
              <a:gd name="connsiteY40" fmla="*/ 1316355 h 1316354"/>
              <a:gd name="connsiteX41" fmla="*/ 3558254 w 4666869"/>
              <a:gd name="connsiteY41" fmla="*/ 1316164 h 1316354"/>
              <a:gd name="connsiteX42" fmla="*/ 3564065 w 4666869"/>
              <a:gd name="connsiteY42" fmla="*/ 1316355 h 1316354"/>
              <a:gd name="connsiteX43" fmla="*/ 3851720 w 4666869"/>
              <a:gd name="connsiteY43" fmla="*/ 1038606 h 1316354"/>
              <a:gd name="connsiteX44" fmla="*/ 3851720 w 4666869"/>
              <a:gd name="connsiteY44" fmla="*/ 249364 h 1316354"/>
              <a:gd name="connsiteX45" fmla="*/ 3704463 w 4666869"/>
              <a:gd name="connsiteY45" fmla="*/ 249364 h 1316354"/>
              <a:gd name="connsiteX46" fmla="*/ 3704463 w 4666869"/>
              <a:gd name="connsiteY46" fmla="*/ 627888 h 1316354"/>
              <a:gd name="connsiteX47" fmla="*/ 4292346 w 4666869"/>
              <a:gd name="connsiteY47" fmla="*/ 249460 h 1316354"/>
              <a:gd name="connsiteX48" fmla="*/ 3917919 w 4666869"/>
              <a:gd name="connsiteY48" fmla="*/ 623888 h 1316354"/>
              <a:gd name="connsiteX49" fmla="*/ 4292346 w 4666869"/>
              <a:gd name="connsiteY49" fmla="*/ 998315 h 1316354"/>
              <a:gd name="connsiteX50" fmla="*/ 4519708 w 4666869"/>
              <a:gd name="connsiteY50" fmla="*/ 921544 h 1316354"/>
              <a:gd name="connsiteX51" fmla="*/ 4519708 w 4666869"/>
              <a:gd name="connsiteY51" fmla="*/ 994315 h 1316354"/>
              <a:gd name="connsiteX52" fmla="*/ 4666869 w 4666869"/>
              <a:gd name="connsiteY52" fmla="*/ 994505 h 1316354"/>
              <a:gd name="connsiteX53" fmla="*/ 4666869 w 4666869"/>
              <a:gd name="connsiteY53" fmla="*/ 623792 h 1316354"/>
              <a:gd name="connsiteX54" fmla="*/ 4292346 w 4666869"/>
              <a:gd name="connsiteY54" fmla="*/ 249460 h 1316354"/>
              <a:gd name="connsiteX55" fmla="*/ 4292346 w 4666869"/>
              <a:gd name="connsiteY55" fmla="*/ 850582 h 1316354"/>
              <a:gd name="connsiteX56" fmla="*/ 4065651 w 4666869"/>
              <a:gd name="connsiteY56" fmla="*/ 623888 h 1316354"/>
              <a:gd name="connsiteX57" fmla="*/ 4292346 w 4666869"/>
              <a:gd name="connsiteY57" fmla="*/ 397288 h 1316354"/>
              <a:gd name="connsiteX58" fmla="*/ 4518946 w 4666869"/>
              <a:gd name="connsiteY58" fmla="*/ 623888 h 1316354"/>
              <a:gd name="connsiteX59" fmla="*/ 4292346 w 4666869"/>
              <a:gd name="connsiteY59" fmla="*/ 850582 h 1316354"/>
              <a:gd name="connsiteX60" fmla="*/ 1349978 w 4666869"/>
              <a:gd name="connsiteY60" fmla="*/ 793432 h 1316354"/>
              <a:gd name="connsiteX61" fmla="*/ 1200150 w 4666869"/>
              <a:gd name="connsiteY61" fmla="*/ 850106 h 1316354"/>
              <a:gd name="connsiteX62" fmla="*/ 973455 w 4666869"/>
              <a:gd name="connsiteY62" fmla="*/ 623411 h 1316354"/>
              <a:gd name="connsiteX63" fmla="*/ 1200150 w 4666869"/>
              <a:gd name="connsiteY63" fmla="*/ 396811 h 1316354"/>
              <a:gd name="connsiteX64" fmla="*/ 1329881 w 4666869"/>
              <a:gd name="connsiteY64" fmla="*/ 437864 h 1316354"/>
              <a:gd name="connsiteX65" fmla="*/ 1405223 w 4666869"/>
              <a:gd name="connsiteY65" fmla="*/ 309943 h 1316354"/>
              <a:gd name="connsiteX66" fmla="*/ 1200150 w 4666869"/>
              <a:gd name="connsiteY66" fmla="*/ 248412 h 1316354"/>
              <a:gd name="connsiteX67" fmla="*/ 825246 w 4666869"/>
              <a:gd name="connsiteY67" fmla="*/ 623316 h 1316354"/>
              <a:gd name="connsiteX68" fmla="*/ 1200150 w 4666869"/>
              <a:gd name="connsiteY68" fmla="*/ 998220 h 1316354"/>
              <a:gd name="connsiteX69" fmla="*/ 1452468 w 4666869"/>
              <a:gd name="connsiteY69" fmla="*/ 900779 h 1316354"/>
              <a:gd name="connsiteX70" fmla="*/ 1477899 w 4666869"/>
              <a:gd name="connsiteY70" fmla="*/ 877729 h 1316354"/>
              <a:gd name="connsiteX71" fmla="*/ 1373029 w 4666869"/>
              <a:gd name="connsiteY71" fmla="*/ 772858 h 1316354"/>
              <a:gd name="connsiteX72" fmla="*/ 1349978 w 4666869"/>
              <a:gd name="connsiteY72" fmla="*/ 793432 h 1316354"/>
              <a:gd name="connsiteX73" fmla="*/ 1997583 w 4666869"/>
              <a:gd name="connsiteY73" fmla="*/ 793432 h 1316354"/>
              <a:gd name="connsiteX74" fmla="*/ 1847755 w 4666869"/>
              <a:gd name="connsiteY74" fmla="*/ 850106 h 1316354"/>
              <a:gd name="connsiteX75" fmla="*/ 1621155 w 4666869"/>
              <a:gd name="connsiteY75" fmla="*/ 623411 h 1316354"/>
              <a:gd name="connsiteX76" fmla="*/ 1847755 w 4666869"/>
              <a:gd name="connsiteY76" fmla="*/ 396811 h 1316354"/>
              <a:gd name="connsiteX77" fmla="*/ 1977485 w 4666869"/>
              <a:gd name="connsiteY77" fmla="*/ 437864 h 1316354"/>
              <a:gd name="connsiteX78" fmla="*/ 2053019 w 4666869"/>
              <a:gd name="connsiteY78" fmla="*/ 309943 h 1316354"/>
              <a:gd name="connsiteX79" fmla="*/ 1847850 w 4666869"/>
              <a:gd name="connsiteY79" fmla="*/ 248412 h 1316354"/>
              <a:gd name="connsiteX80" fmla="*/ 1472946 w 4666869"/>
              <a:gd name="connsiteY80" fmla="*/ 623316 h 1316354"/>
              <a:gd name="connsiteX81" fmla="*/ 1847850 w 4666869"/>
              <a:gd name="connsiteY81" fmla="*/ 998220 h 1316354"/>
              <a:gd name="connsiteX82" fmla="*/ 2100168 w 4666869"/>
              <a:gd name="connsiteY82" fmla="*/ 900779 h 1316354"/>
              <a:gd name="connsiteX83" fmla="*/ 2125599 w 4666869"/>
              <a:gd name="connsiteY83" fmla="*/ 877729 h 1316354"/>
              <a:gd name="connsiteX84" fmla="*/ 2020919 w 4666869"/>
              <a:gd name="connsiteY84" fmla="*/ 772858 h 1316354"/>
              <a:gd name="connsiteX85" fmla="*/ 1997583 w 4666869"/>
              <a:gd name="connsiteY85" fmla="*/ 793432 h 1316354"/>
              <a:gd name="connsiteX86" fmla="*/ 2489740 w 4666869"/>
              <a:gd name="connsiteY86" fmla="*/ 249745 h 1316354"/>
              <a:gd name="connsiteX87" fmla="*/ 2116170 w 4666869"/>
              <a:gd name="connsiteY87" fmla="*/ 623411 h 1316354"/>
              <a:gd name="connsiteX88" fmla="*/ 2144745 w 4666869"/>
              <a:gd name="connsiteY88" fmla="*/ 766477 h 1316354"/>
              <a:gd name="connsiteX89" fmla="*/ 2150936 w 4666869"/>
              <a:gd name="connsiteY89" fmla="*/ 779145 h 1316354"/>
              <a:gd name="connsiteX90" fmla="*/ 2492312 w 4666869"/>
              <a:gd name="connsiteY90" fmla="*/ 998315 h 1316354"/>
              <a:gd name="connsiteX91" fmla="*/ 2766822 w 4666869"/>
              <a:gd name="connsiteY91" fmla="*/ 878586 h 1316354"/>
              <a:gd name="connsiteX92" fmla="*/ 2662714 w 4666869"/>
              <a:gd name="connsiteY92" fmla="*/ 774478 h 1316354"/>
              <a:gd name="connsiteX93" fmla="*/ 2492216 w 4666869"/>
              <a:gd name="connsiteY93" fmla="*/ 851249 h 1316354"/>
              <a:gd name="connsiteX94" fmla="*/ 2266569 w 4666869"/>
              <a:gd name="connsiteY94" fmla="*/ 656082 h 1316354"/>
              <a:gd name="connsiteX95" fmla="*/ 2863215 w 4666869"/>
              <a:gd name="connsiteY95" fmla="*/ 656082 h 1316354"/>
              <a:gd name="connsiteX96" fmla="*/ 2863215 w 4666869"/>
              <a:gd name="connsiteY96" fmla="*/ 623411 h 1316354"/>
              <a:gd name="connsiteX97" fmla="*/ 2489740 w 4666869"/>
              <a:gd name="connsiteY97" fmla="*/ 249745 h 1316354"/>
              <a:gd name="connsiteX98" fmla="*/ 2272475 w 4666869"/>
              <a:gd name="connsiteY98" fmla="*/ 537591 h 1316354"/>
              <a:gd name="connsiteX99" fmla="*/ 2489073 w 4666869"/>
              <a:gd name="connsiteY99" fmla="*/ 379952 h 1316354"/>
              <a:gd name="connsiteX100" fmla="*/ 2705672 w 4666869"/>
              <a:gd name="connsiteY100" fmla="*/ 537496 h 1316354"/>
              <a:gd name="connsiteX101" fmla="*/ 2272475 w 4666869"/>
              <a:gd name="connsiteY101" fmla="*/ 537591 h 131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4666869" h="1316354">
                <a:moveTo>
                  <a:pt x="374428" y="249460"/>
                </a:moveTo>
                <a:cubicBezTo>
                  <a:pt x="168021" y="249460"/>
                  <a:pt x="0" y="417481"/>
                  <a:pt x="0" y="623888"/>
                </a:cubicBezTo>
                <a:cubicBezTo>
                  <a:pt x="0" y="830389"/>
                  <a:pt x="168021" y="998315"/>
                  <a:pt x="374428" y="998315"/>
                </a:cubicBezTo>
                <a:cubicBezTo>
                  <a:pt x="457486" y="998315"/>
                  <a:pt x="537115" y="971074"/>
                  <a:pt x="601885" y="921544"/>
                </a:cubicBezTo>
                <a:lnTo>
                  <a:pt x="601885" y="994315"/>
                </a:lnTo>
                <a:lnTo>
                  <a:pt x="748856" y="994505"/>
                </a:lnTo>
                <a:lnTo>
                  <a:pt x="748856" y="623792"/>
                </a:lnTo>
                <a:cubicBezTo>
                  <a:pt x="748856" y="417481"/>
                  <a:pt x="580835" y="249460"/>
                  <a:pt x="374428" y="249460"/>
                </a:cubicBezTo>
                <a:close/>
                <a:moveTo>
                  <a:pt x="374428" y="850582"/>
                </a:moveTo>
                <a:cubicBezTo>
                  <a:pt x="249460" y="850582"/>
                  <a:pt x="147733" y="748855"/>
                  <a:pt x="147733" y="623888"/>
                </a:cubicBezTo>
                <a:cubicBezTo>
                  <a:pt x="147733" y="499015"/>
                  <a:pt x="249460" y="397288"/>
                  <a:pt x="374428" y="397288"/>
                </a:cubicBezTo>
                <a:cubicBezTo>
                  <a:pt x="499301" y="397288"/>
                  <a:pt x="601028" y="499015"/>
                  <a:pt x="601028" y="623888"/>
                </a:cubicBezTo>
                <a:cubicBezTo>
                  <a:pt x="601028" y="748951"/>
                  <a:pt x="499301" y="850582"/>
                  <a:pt x="374428" y="850582"/>
                </a:cubicBezTo>
                <a:close/>
                <a:moveTo>
                  <a:pt x="3103531" y="800957"/>
                </a:moveTo>
                <a:lnTo>
                  <a:pt x="3103531" y="0"/>
                </a:lnTo>
                <a:lnTo>
                  <a:pt x="2956274" y="0"/>
                </a:lnTo>
                <a:lnTo>
                  <a:pt x="2956274" y="800957"/>
                </a:lnTo>
                <a:cubicBezTo>
                  <a:pt x="2956274" y="826865"/>
                  <a:pt x="2947988" y="901351"/>
                  <a:pt x="3012186" y="960120"/>
                </a:cubicBezTo>
                <a:cubicBezTo>
                  <a:pt x="3054763" y="998887"/>
                  <a:pt x="3127248" y="998315"/>
                  <a:pt x="3153918" y="998315"/>
                </a:cubicBezTo>
                <a:lnTo>
                  <a:pt x="3186589" y="998315"/>
                </a:lnTo>
                <a:lnTo>
                  <a:pt x="3186589" y="851535"/>
                </a:lnTo>
                <a:lnTo>
                  <a:pt x="3153918" y="851535"/>
                </a:lnTo>
                <a:cubicBezTo>
                  <a:pt x="3126105" y="851440"/>
                  <a:pt x="3103531" y="828770"/>
                  <a:pt x="3103531" y="800957"/>
                </a:cubicBezTo>
                <a:close/>
                <a:moveTo>
                  <a:pt x="3704463" y="627888"/>
                </a:moveTo>
                <a:cubicBezTo>
                  <a:pt x="3704463" y="631793"/>
                  <a:pt x="3704463" y="636175"/>
                  <a:pt x="3704654" y="640270"/>
                </a:cubicBezTo>
                <a:lnTo>
                  <a:pt x="3704463" y="648272"/>
                </a:lnTo>
                <a:cubicBezTo>
                  <a:pt x="3704654" y="650843"/>
                  <a:pt x="3704654" y="663607"/>
                  <a:pt x="3704654" y="712089"/>
                </a:cubicBezTo>
                <a:cubicBezTo>
                  <a:pt x="3704654" y="800386"/>
                  <a:pt x="3621596" y="849154"/>
                  <a:pt x="3564160" y="849154"/>
                </a:cubicBezTo>
                <a:cubicBezTo>
                  <a:pt x="3483960" y="849154"/>
                  <a:pt x="3424238" y="778859"/>
                  <a:pt x="3424238" y="716185"/>
                </a:cubicBezTo>
                <a:lnTo>
                  <a:pt x="3424238" y="249460"/>
                </a:lnTo>
                <a:lnTo>
                  <a:pt x="3277076" y="249460"/>
                </a:lnTo>
                <a:lnTo>
                  <a:pt x="3277076" y="718852"/>
                </a:lnTo>
                <a:cubicBezTo>
                  <a:pt x="3277076" y="849439"/>
                  <a:pt x="3395186" y="995172"/>
                  <a:pt x="3553397" y="995172"/>
                </a:cubicBezTo>
                <a:lnTo>
                  <a:pt x="3564065" y="995172"/>
                </a:lnTo>
                <a:cubicBezTo>
                  <a:pt x="3611880" y="995172"/>
                  <a:pt x="3663696" y="981456"/>
                  <a:pt x="3704463" y="959167"/>
                </a:cubicBezTo>
                <a:lnTo>
                  <a:pt x="3704463" y="1037844"/>
                </a:lnTo>
                <a:cubicBezTo>
                  <a:pt x="3701892" y="1123759"/>
                  <a:pt x="3630263" y="1168717"/>
                  <a:pt x="3564065" y="1170051"/>
                </a:cubicBezTo>
                <a:cubicBezTo>
                  <a:pt x="3473958" y="1171861"/>
                  <a:pt x="3394710" y="1043273"/>
                  <a:pt x="3394710" y="1043273"/>
                </a:cubicBezTo>
                <a:lnTo>
                  <a:pt x="3285934" y="1110234"/>
                </a:lnTo>
                <a:lnTo>
                  <a:pt x="3293936" y="1130237"/>
                </a:lnTo>
                <a:cubicBezTo>
                  <a:pt x="3329274" y="1219867"/>
                  <a:pt x="3425571" y="1316355"/>
                  <a:pt x="3553397" y="1316355"/>
                </a:cubicBezTo>
                <a:lnTo>
                  <a:pt x="3558254" y="1316164"/>
                </a:lnTo>
                <a:lnTo>
                  <a:pt x="3564065" y="1316355"/>
                </a:lnTo>
                <a:cubicBezTo>
                  <a:pt x="3657695" y="1316355"/>
                  <a:pt x="3838290" y="1258538"/>
                  <a:pt x="3851720" y="1038606"/>
                </a:cubicBezTo>
                <a:lnTo>
                  <a:pt x="3851720" y="249364"/>
                </a:lnTo>
                <a:lnTo>
                  <a:pt x="3704463" y="249364"/>
                </a:lnTo>
                <a:lnTo>
                  <a:pt x="3704463" y="627888"/>
                </a:lnTo>
                <a:close/>
                <a:moveTo>
                  <a:pt x="4292346" y="249460"/>
                </a:moveTo>
                <a:cubicBezTo>
                  <a:pt x="4085844" y="249460"/>
                  <a:pt x="3917919" y="417481"/>
                  <a:pt x="3917919" y="623888"/>
                </a:cubicBezTo>
                <a:cubicBezTo>
                  <a:pt x="3917919" y="830389"/>
                  <a:pt x="4085844" y="998315"/>
                  <a:pt x="4292346" y="998315"/>
                </a:cubicBezTo>
                <a:cubicBezTo>
                  <a:pt x="4375404" y="998315"/>
                  <a:pt x="4454938" y="971074"/>
                  <a:pt x="4519708" y="921544"/>
                </a:cubicBezTo>
                <a:lnTo>
                  <a:pt x="4519708" y="994315"/>
                </a:lnTo>
                <a:lnTo>
                  <a:pt x="4666869" y="994505"/>
                </a:lnTo>
                <a:lnTo>
                  <a:pt x="4666869" y="623792"/>
                </a:lnTo>
                <a:cubicBezTo>
                  <a:pt x="4666774" y="417481"/>
                  <a:pt x="4498753" y="249460"/>
                  <a:pt x="4292346" y="249460"/>
                </a:cubicBezTo>
                <a:close/>
                <a:moveTo>
                  <a:pt x="4292346" y="850582"/>
                </a:moveTo>
                <a:cubicBezTo>
                  <a:pt x="4167378" y="850582"/>
                  <a:pt x="4065651" y="748855"/>
                  <a:pt x="4065651" y="623888"/>
                </a:cubicBezTo>
                <a:cubicBezTo>
                  <a:pt x="4065651" y="499015"/>
                  <a:pt x="4167378" y="397288"/>
                  <a:pt x="4292346" y="397288"/>
                </a:cubicBezTo>
                <a:cubicBezTo>
                  <a:pt x="4417219" y="397288"/>
                  <a:pt x="4518946" y="499015"/>
                  <a:pt x="4518946" y="623888"/>
                </a:cubicBezTo>
                <a:cubicBezTo>
                  <a:pt x="4518946" y="748951"/>
                  <a:pt x="4417219" y="850582"/>
                  <a:pt x="4292346" y="850582"/>
                </a:cubicBezTo>
                <a:close/>
                <a:moveTo>
                  <a:pt x="1349978" y="793432"/>
                </a:moveTo>
                <a:cubicBezTo>
                  <a:pt x="1308640" y="830008"/>
                  <a:pt x="1255300" y="850106"/>
                  <a:pt x="1200150" y="850106"/>
                </a:cubicBezTo>
                <a:cubicBezTo>
                  <a:pt x="1075182" y="850106"/>
                  <a:pt x="973455" y="748379"/>
                  <a:pt x="973455" y="623411"/>
                </a:cubicBezTo>
                <a:cubicBezTo>
                  <a:pt x="973455" y="498538"/>
                  <a:pt x="1075182" y="396811"/>
                  <a:pt x="1200150" y="396811"/>
                </a:cubicBezTo>
                <a:cubicBezTo>
                  <a:pt x="1246632" y="396811"/>
                  <a:pt x="1291971" y="411385"/>
                  <a:pt x="1329881" y="437864"/>
                </a:cubicBezTo>
                <a:lnTo>
                  <a:pt x="1405223" y="309943"/>
                </a:lnTo>
                <a:cubicBezTo>
                  <a:pt x="1344644" y="270034"/>
                  <a:pt x="1273588" y="248412"/>
                  <a:pt x="1200150" y="248412"/>
                </a:cubicBezTo>
                <a:cubicBezTo>
                  <a:pt x="993267" y="248412"/>
                  <a:pt x="825246" y="416623"/>
                  <a:pt x="825246" y="623316"/>
                </a:cubicBezTo>
                <a:cubicBezTo>
                  <a:pt x="825246" y="830008"/>
                  <a:pt x="993267" y="998220"/>
                  <a:pt x="1200150" y="998220"/>
                </a:cubicBezTo>
                <a:cubicBezTo>
                  <a:pt x="1293590" y="998220"/>
                  <a:pt x="1383221" y="963644"/>
                  <a:pt x="1452468" y="900779"/>
                </a:cubicBezTo>
                <a:lnTo>
                  <a:pt x="1477899" y="877729"/>
                </a:lnTo>
                <a:lnTo>
                  <a:pt x="1373029" y="772858"/>
                </a:lnTo>
                <a:lnTo>
                  <a:pt x="1349978" y="793432"/>
                </a:lnTo>
                <a:close/>
                <a:moveTo>
                  <a:pt x="1997583" y="793432"/>
                </a:moveTo>
                <a:cubicBezTo>
                  <a:pt x="1956340" y="830008"/>
                  <a:pt x="1902905" y="850106"/>
                  <a:pt x="1847755" y="850106"/>
                </a:cubicBezTo>
                <a:cubicBezTo>
                  <a:pt x="1722882" y="850106"/>
                  <a:pt x="1621155" y="748379"/>
                  <a:pt x="1621155" y="623411"/>
                </a:cubicBezTo>
                <a:cubicBezTo>
                  <a:pt x="1621155" y="498538"/>
                  <a:pt x="1722882" y="396811"/>
                  <a:pt x="1847755" y="396811"/>
                </a:cubicBezTo>
                <a:cubicBezTo>
                  <a:pt x="1894427" y="396811"/>
                  <a:pt x="1939481" y="411385"/>
                  <a:pt x="1977485" y="437864"/>
                </a:cubicBezTo>
                <a:lnTo>
                  <a:pt x="2053019" y="309943"/>
                </a:lnTo>
                <a:cubicBezTo>
                  <a:pt x="1992439" y="270034"/>
                  <a:pt x="1921193" y="248412"/>
                  <a:pt x="1847850" y="248412"/>
                </a:cubicBezTo>
                <a:cubicBezTo>
                  <a:pt x="1641158" y="248412"/>
                  <a:pt x="1472946" y="416623"/>
                  <a:pt x="1472946" y="623316"/>
                </a:cubicBezTo>
                <a:cubicBezTo>
                  <a:pt x="1472946" y="830008"/>
                  <a:pt x="1641158" y="998220"/>
                  <a:pt x="1847850" y="998220"/>
                </a:cubicBezTo>
                <a:cubicBezTo>
                  <a:pt x="1941481" y="998220"/>
                  <a:pt x="2031111" y="963644"/>
                  <a:pt x="2100168" y="900779"/>
                </a:cubicBezTo>
                <a:lnTo>
                  <a:pt x="2125599" y="877729"/>
                </a:lnTo>
                <a:lnTo>
                  <a:pt x="2020919" y="772858"/>
                </a:lnTo>
                <a:lnTo>
                  <a:pt x="1997583" y="793432"/>
                </a:lnTo>
                <a:close/>
                <a:moveTo>
                  <a:pt x="2489740" y="249745"/>
                </a:moveTo>
                <a:cubicBezTo>
                  <a:pt x="2283810" y="249745"/>
                  <a:pt x="2116170" y="417290"/>
                  <a:pt x="2116170" y="623411"/>
                </a:cubicBezTo>
                <a:cubicBezTo>
                  <a:pt x="2116170" y="674084"/>
                  <a:pt x="2129695" y="735235"/>
                  <a:pt x="2144745" y="766477"/>
                </a:cubicBezTo>
                <a:cubicBezTo>
                  <a:pt x="2148173" y="773430"/>
                  <a:pt x="2149983" y="777145"/>
                  <a:pt x="2150936" y="779145"/>
                </a:cubicBezTo>
                <a:cubicBezTo>
                  <a:pt x="2210181" y="908399"/>
                  <a:pt x="2340674" y="998315"/>
                  <a:pt x="2492312" y="998315"/>
                </a:cubicBezTo>
                <a:cubicBezTo>
                  <a:pt x="2600802" y="998315"/>
                  <a:pt x="2698433" y="952119"/>
                  <a:pt x="2766822" y="878586"/>
                </a:cubicBezTo>
                <a:lnTo>
                  <a:pt x="2662714" y="774478"/>
                </a:lnTo>
                <a:cubicBezTo>
                  <a:pt x="2620899" y="821436"/>
                  <a:pt x="2560130" y="851249"/>
                  <a:pt x="2492216" y="851249"/>
                </a:cubicBezTo>
                <a:cubicBezTo>
                  <a:pt x="2377440" y="851249"/>
                  <a:pt x="2282476" y="766381"/>
                  <a:pt x="2266569" y="656082"/>
                </a:cubicBezTo>
                <a:lnTo>
                  <a:pt x="2863215" y="656082"/>
                </a:lnTo>
                <a:lnTo>
                  <a:pt x="2863215" y="623411"/>
                </a:lnTo>
                <a:cubicBezTo>
                  <a:pt x="2863311" y="417385"/>
                  <a:pt x="2695670" y="249745"/>
                  <a:pt x="2489740" y="249745"/>
                </a:cubicBezTo>
                <a:close/>
                <a:moveTo>
                  <a:pt x="2272475" y="537591"/>
                </a:moveTo>
                <a:cubicBezTo>
                  <a:pt x="2309051" y="419195"/>
                  <a:pt x="2407730" y="379952"/>
                  <a:pt x="2489073" y="379952"/>
                </a:cubicBezTo>
                <a:cubicBezTo>
                  <a:pt x="2570417" y="379952"/>
                  <a:pt x="2667953" y="419195"/>
                  <a:pt x="2705672" y="537496"/>
                </a:cubicBezTo>
                <a:lnTo>
                  <a:pt x="2272475" y="537591"/>
                </a:lnTo>
                <a:close/>
              </a:path>
            </a:pathLst>
          </a:custGeom>
          <a:solidFill>
            <a:schemeClr val="tx1"/>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3358668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D8E679-6139-E434-0E0E-46E7266B03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E15F-3D22-864E-2430-80759CA34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BB6666-927F-7D08-C3A1-822C8CE80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A7C580-16C8-412E-B0B1-7A45ED4F1894}" type="datetimeFigureOut">
              <a:rPr lang="en-IN" smtClean="0"/>
              <a:t>08-01-2026</a:t>
            </a:fld>
            <a:endParaRPr lang="en-IN"/>
          </a:p>
        </p:txBody>
      </p:sp>
      <p:sp>
        <p:nvSpPr>
          <p:cNvPr id="5" name="Footer Placeholder 4">
            <a:extLst>
              <a:ext uri="{FF2B5EF4-FFF2-40B4-BE49-F238E27FC236}">
                <a16:creationId xmlns:a16="http://schemas.microsoft.com/office/drawing/2014/main" id="{EDFC49CA-FC8C-00C6-D9E2-3F8E4B6E0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B6C99C6-92FB-C2AE-4CD4-CBB35D3691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CFF226-F956-484D-82E5-20F28594BB62}" type="slidenum">
              <a:rPr lang="en-IN" smtClean="0"/>
              <a:t>‹#›</a:t>
            </a:fld>
            <a:endParaRPr lang="en-IN"/>
          </a:p>
        </p:txBody>
      </p:sp>
    </p:spTree>
    <p:extLst>
      <p:ext uri="{BB962C8B-B14F-4D97-AF65-F5344CB8AC3E}">
        <p14:creationId xmlns:p14="http://schemas.microsoft.com/office/powerpoint/2010/main" val="648556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0.gif"/><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eg"/><Relationship Id="rId4" Type="http://schemas.openxmlformats.org/officeDocument/2006/relationships/image" Target="../media/image11.gif"/></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0.jpe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9.jpeg"/><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45.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07/relationships/media" Target="../media/media2.mp4"/><Relationship Id="rId7" Type="http://schemas.openxmlformats.org/officeDocument/2006/relationships/image" Target="../media/image4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e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en.wikiversity.org/wiki/Islam/5_Pilla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descr="Avión comercial volando en el cielo&#10;&#10;Descripción generada automáticamente">
            <a:extLst>
              <a:ext uri="{FF2B5EF4-FFF2-40B4-BE49-F238E27FC236}">
                <a16:creationId xmlns:a16="http://schemas.microsoft.com/office/drawing/2014/main" id="{92C5E8C3-D87D-904C-1FF1-9AF7B4656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6780C6D-AE70-DD42-FC8F-52FB845A15A0}"/>
              </a:ext>
            </a:extLst>
          </p:cNvPr>
          <p:cNvSpPr>
            <a:spLocks noGrp="1"/>
          </p:cNvSpPr>
          <p:nvPr>
            <p:ph type="title"/>
          </p:nvPr>
        </p:nvSpPr>
        <p:spPr>
          <a:xfrm>
            <a:off x="4772217" y="1313215"/>
            <a:ext cx="7265010" cy="629156"/>
          </a:xfrm>
        </p:spPr>
        <p:txBody>
          <a:bodyPr/>
          <a:lstStyle/>
          <a:p>
            <a:r>
              <a:rPr lang="en-US" b="1" dirty="0"/>
              <a:t> </a:t>
            </a:r>
          </a:p>
        </p:txBody>
      </p:sp>
      <p:sp>
        <p:nvSpPr>
          <p:cNvPr id="3" name="Text Placeholder 2">
            <a:extLst>
              <a:ext uri="{FF2B5EF4-FFF2-40B4-BE49-F238E27FC236}">
                <a16:creationId xmlns:a16="http://schemas.microsoft.com/office/drawing/2014/main" id="{04AB9EC5-9274-6B9A-0385-444FDD0BB27F}"/>
              </a:ext>
            </a:extLst>
          </p:cNvPr>
          <p:cNvSpPr>
            <a:spLocks noGrp="1"/>
          </p:cNvSpPr>
          <p:nvPr>
            <p:ph type="body" sz="quarter" idx="11"/>
          </p:nvPr>
        </p:nvSpPr>
        <p:spPr>
          <a:xfrm>
            <a:off x="9625781" y="5066494"/>
            <a:ext cx="2323199" cy="421864"/>
          </a:xfrm>
        </p:spPr>
        <p:txBody>
          <a:bodyPr/>
          <a:lstStyle/>
          <a:p>
            <a:r>
              <a:rPr lang="en-US" b="1" dirty="0"/>
              <a:t>10</a:t>
            </a:r>
            <a:r>
              <a:rPr lang="en-US" b="1" baseline="30000" dirty="0"/>
              <a:t>th</a:t>
            </a:r>
            <a:r>
              <a:rPr lang="en-US" b="1" dirty="0"/>
              <a:t> –11</a:t>
            </a:r>
            <a:r>
              <a:rPr lang="en-US" b="1" baseline="30000" dirty="0"/>
              <a:t>th </a:t>
            </a:r>
            <a:r>
              <a:rPr lang="en-US" b="1" dirty="0"/>
              <a:t> January 2026</a:t>
            </a:r>
          </a:p>
        </p:txBody>
      </p:sp>
      <p:sp>
        <p:nvSpPr>
          <p:cNvPr id="4" name="Text Placeholder 3">
            <a:extLst>
              <a:ext uri="{FF2B5EF4-FFF2-40B4-BE49-F238E27FC236}">
                <a16:creationId xmlns:a16="http://schemas.microsoft.com/office/drawing/2014/main" id="{1D1580F0-1775-8D9C-931E-9067B4291BAA}"/>
              </a:ext>
            </a:extLst>
          </p:cNvPr>
          <p:cNvSpPr>
            <a:spLocks noGrp="1"/>
          </p:cNvSpPr>
          <p:nvPr>
            <p:ph type="body" sz="quarter" idx="12"/>
          </p:nvPr>
        </p:nvSpPr>
        <p:spPr>
          <a:xfrm>
            <a:off x="4257211" y="1133862"/>
            <a:ext cx="7364012" cy="498475"/>
          </a:xfrm>
        </p:spPr>
        <p:txBody>
          <a:bodyPr/>
          <a:lstStyle/>
          <a:p>
            <a:r>
              <a:rPr lang="en-US" sz="2500" dirty="0">
                <a:latin typeface="Bookman Old Style" panose="02050604050505020204" pitchFamily="18" charset="0"/>
              </a:rPr>
              <a:t> Training of Trainers Program for Haj 2026</a:t>
            </a:r>
          </a:p>
        </p:txBody>
      </p:sp>
    </p:spTree>
    <p:extLst>
      <p:ext uri="{BB962C8B-B14F-4D97-AF65-F5344CB8AC3E}">
        <p14:creationId xmlns:p14="http://schemas.microsoft.com/office/powerpoint/2010/main" val="2352172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مجموعة 21"/>
          <p:cNvGrpSpPr>
            <a:grpSpLocks/>
          </p:cNvGrpSpPr>
          <p:nvPr/>
        </p:nvGrpSpPr>
        <p:grpSpPr bwMode="auto">
          <a:xfrm>
            <a:off x="3657600" y="2260628"/>
            <a:ext cx="4959350" cy="2887662"/>
            <a:chOff x="2408864" y="2357430"/>
            <a:chExt cx="4525336" cy="2714644"/>
          </a:xfrm>
        </p:grpSpPr>
        <p:sp>
          <p:nvSpPr>
            <p:cNvPr id="7" name="Freeform 10"/>
            <p:cNvSpPr>
              <a:spLocks noEditPoints="1"/>
            </p:cNvSpPr>
            <p:nvPr/>
          </p:nvSpPr>
          <p:spPr bwMode="auto">
            <a:xfrm>
              <a:off x="2408864" y="2357430"/>
              <a:ext cx="4525336" cy="2714644"/>
            </a:xfrm>
            <a:custGeom>
              <a:avLst/>
              <a:gdLst>
                <a:gd name="T0" fmla="*/ 2244 w 2466"/>
                <a:gd name="T1" fmla="*/ 654 h 1404"/>
                <a:gd name="T2" fmla="*/ 2214 w 2466"/>
                <a:gd name="T3" fmla="*/ 150 h 1404"/>
                <a:gd name="T4" fmla="*/ 1872 w 2466"/>
                <a:gd name="T5" fmla="*/ 342 h 1404"/>
                <a:gd name="T6" fmla="*/ 1896 w 2466"/>
                <a:gd name="T7" fmla="*/ 306 h 1404"/>
                <a:gd name="T8" fmla="*/ 1944 w 2466"/>
                <a:gd name="T9" fmla="*/ 234 h 1404"/>
                <a:gd name="T10" fmla="*/ 2226 w 2466"/>
                <a:gd name="T11" fmla="*/ 1008 h 1404"/>
                <a:gd name="T12" fmla="*/ 1914 w 2466"/>
                <a:gd name="T13" fmla="*/ 978 h 1404"/>
                <a:gd name="T14" fmla="*/ 1698 w 2466"/>
                <a:gd name="T15" fmla="*/ 1266 h 1404"/>
                <a:gd name="T16" fmla="*/ 1290 w 2466"/>
                <a:gd name="T17" fmla="*/ 1146 h 1404"/>
                <a:gd name="T18" fmla="*/ 1032 w 2466"/>
                <a:gd name="T19" fmla="*/ 1092 h 1404"/>
                <a:gd name="T20" fmla="*/ 1386 w 2466"/>
                <a:gd name="T21" fmla="*/ 1008 h 1404"/>
                <a:gd name="T22" fmla="*/ 1542 w 2466"/>
                <a:gd name="T23" fmla="*/ 990 h 1404"/>
                <a:gd name="T24" fmla="*/ 1530 w 2466"/>
                <a:gd name="T25" fmla="*/ 1308 h 1404"/>
                <a:gd name="T26" fmla="*/ 1626 w 2466"/>
                <a:gd name="T27" fmla="*/ 690 h 1404"/>
                <a:gd name="T28" fmla="*/ 1752 w 2466"/>
                <a:gd name="T29" fmla="*/ 534 h 1404"/>
                <a:gd name="T30" fmla="*/ 1956 w 2466"/>
                <a:gd name="T31" fmla="*/ 648 h 1404"/>
                <a:gd name="T32" fmla="*/ 2136 w 2466"/>
                <a:gd name="T33" fmla="*/ 708 h 1404"/>
                <a:gd name="T34" fmla="*/ 1974 w 2466"/>
                <a:gd name="T35" fmla="*/ 714 h 1404"/>
                <a:gd name="T36" fmla="*/ 1776 w 2466"/>
                <a:gd name="T37" fmla="*/ 576 h 1404"/>
                <a:gd name="T38" fmla="*/ 1734 w 2466"/>
                <a:gd name="T39" fmla="*/ 1128 h 1404"/>
                <a:gd name="T40" fmla="*/ 1974 w 2466"/>
                <a:gd name="T41" fmla="*/ 894 h 1404"/>
                <a:gd name="T42" fmla="*/ 2298 w 2466"/>
                <a:gd name="T43" fmla="*/ 840 h 1404"/>
                <a:gd name="T44" fmla="*/ 2328 w 2466"/>
                <a:gd name="T45" fmla="*/ 636 h 1404"/>
                <a:gd name="T46" fmla="*/ 2214 w 2466"/>
                <a:gd name="T47" fmla="*/ 1230 h 1404"/>
                <a:gd name="T48" fmla="*/ 2184 w 2466"/>
                <a:gd name="T49" fmla="*/ 1188 h 1404"/>
                <a:gd name="T50" fmla="*/ 2316 w 2466"/>
                <a:gd name="T51" fmla="*/ 1164 h 1404"/>
                <a:gd name="T52" fmla="*/ 2322 w 2466"/>
                <a:gd name="T53" fmla="*/ 318 h 1404"/>
                <a:gd name="T54" fmla="*/ 1626 w 2466"/>
                <a:gd name="T55" fmla="*/ 996 h 1404"/>
                <a:gd name="T56" fmla="*/ 1602 w 2466"/>
                <a:gd name="T57" fmla="*/ 1176 h 1404"/>
                <a:gd name="T58" fmla="*/ 1062 w 2466"/>
                <a:gd name="T59" fmla="*/ 126 h 1404"/>
                <a:gd name="T60" fmla="*/ 1338 w 2466"/>
                <a:gd name="T61" fmla="*/ 672 h 1404"/>
                <a:gd name="T62" fmla="*/ 1248 w 2466"/>
                <a:gd name="T63" fmla="*/ 654 h 1404"/>
                <a:gd name="T64" fmla="*/ 1320 w 2466"/>
                <a:gd name="T65" fmla="*/ 666 h 1404"/>
                <a:gd name="T66" fmla="*/ 1206 w 2466"/>
                <a:gd name="T67" fmla="*/ 972 h 1404"/>
                <a:gd name="T68" fmla="*/ 666 w 2466"/>
                <a:gd name="T69" fmla="*/ 1338 h 1404"/>
                <a:gd name="T70" fmla="*/ 480 w 2466"/>
                <a:gd name="T71" fmla="*/ 1116 h 1404"/>
                <a:gd name="T72" fmla="*/ 126 w 2466"/>
                <a:gd name="T73" fmla="*/ 1182 h 1404"/>
                <a:gd name="T74" fmla="*/ 12 w 2466"/>
                <a:gd name="T75" fmla="*/ 762 h 1404"/>
                <a:gd name="T76" fmla="*/ 84 w 2466"/>
                <a:gd name="T77" fmla="*/ 540 h 1404"/>
                <a:gd name="T78" fmla="*/ 132 w 2466"/>
                <a:gd name="T79" fmla="*/ 624 h 1404"/>
                <a:gd name="T80" fmla="*/ 384 w 2466"/>
                <a:gd name="T81" fmla="*/ 696 h 1404"/>
                <a:gd name="T82" fmla="*/ 588 w 2466"/>
                <a:gd name="T83" fmla="*/ 48 h 1404"/>
                <a:gd name="T84" fmla="*/ 858 w 2466"/>
                <a:gd name="T85" fmla="*/ 402 h 1404"/>
                <a:gd name="T86" fmla="*/ 1002 w 2466"/>
                <a:gd name="T87" fmla="*/ 432 h 1404"/>
                <a:gd name="T88" fmla="*/ 1326 w 2466"/>
                <a:gd name="T89" fmla="*/ 420 h 1404"/>
                <a:gd name="T90" fmla="*/ 918 w 2466"/>
                <a:gd name="T91" fmla="*/ 948 h 1404"/>
                <a:gd name="T92" fmla="*/ 1062 w 2466"/>
                <a:gd name="T93" fmla="*/ 726 h 1404"/>
                <a:gd name="T94" fmla="*/ 420 w 2466"/>
                <a:gd name="T95" fmla="*/ 144 h 1404"/>
                <a:gd name="T96" fmla="*/ 366 w 2466"/>
                <a:gd name="T97" fmla="*/ 504 h 1404"/>
                <a:gd name="T98" fmla="*/ 354 w 2466"/>
                <a:gd name="T99" fmla="*/ 270 h 1404"/>
                <a:gd name="T100" fmla="*/ 384 w 2466"/>
                <a:gd name="T101" fmla="*/ 216 h 1404"/>
                <a:gd name="T102" fmla="*/ 1188 w 2466"/>
                <a:gd name="T103" fmla="*/ 798 h 1404"/>
                <a:gd name="T104" fmla="*/ 1248 w 2466"/>
                <a:gd name="T105" fmla="*/ 858 h 1404"/>
                <a:gd name="T106" fmla="*/ 714 w 2466"/>
                <a:gd name="T107" fmla="*/ 948 h 1404"/>
                <a:gd name="T108" fmla="*/ 588 w 2466"/>
                <a:gd name="T109" fmla="*/ 1302 h 1404"/>
                <a:gd name="T110" fmla="*/ 498 w 2466"/>
                <a:gd name="T111" fmla="*/ 540 h 1404"/>
                <a:gd name="T112" fmla="*/ 282 w 2466"/>
                <a:gd name="T113" fmla="*/ 834 h 1404"/>
                <a:gd name="T114" fmla="*/ 204 w 2466"/>
                <a:gd name="T115" fmla="*/ 1020 h 1404"/>
                <a:gd name="T116" fmla="*/ 264 w 2466"/>
                <a:gd name="T117" fmla="*/ 1278 h 1404"/>
                <a:gd name="T118" fmla="*/ 840 w 2466"/>
                <a:gd name="T119" fmla="*/ 816 h 1404"/>
                <a:gd name="T120" fmla="*/ 792 w 2466"/>
                <a:gd name="T121" fmla="*/ 762 h 140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66"/>
                <a:gd name="T184" fmla="*/ 0 h 1404"/>
                <a:gd name="T185" fmla="*/ 2466 w 2466"/>
                <a:gd name="T186" fmla="*/ 1404 h 140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66" h="1404">
                  <a:moveTo>
                    <a:pt x="1926" y="126"/>
                  </a:moveTo>
                  <a:lnTo>
                    <a:pt x="1926" y="144"/>
                  </a:lnTo>
                  <a:lnTo>
                    <a:pt x="1920" y="162"/>
                  </a:lnTo>
                  <a:lnTo>
                    <a:pt x="1914" y="180"/>
                  </a:lnTo>
                  <a:lnTo>
                    <a:pt x="1908" y="198"/>
                  </a:lnTo>
                  <a:lnTo>
                    <a:pt x="1908" y="174"/>
                  </a:lnTo>
                  <a:lnTo>
                    <a:pt x="1908" y="138"/>
                  </a:lnTo>
                  <a:lnTo>
                    <a:pt x="1908" y="120"/>
                  </a:lnTo>
                  <a:lnTo>
                    <a:pt x="1902" y="108"/>
                  </a:lnTo>
                  <a:lnTo>
                    <a:pt x="1890" y="90"/>
                  </a:lnTo>
                  <a:lnTo>
                    <a:pt x="1878" y="72"/>
                  </a:lnTo>
                  <a:lnTo>
                    <a:pt x="1878" y="66"/>
                  </a:lnTo>
                  <a:lnTo>
                    <a:pt x="1872" y="60"/>
                  </a:lnTo>
                  <a:lnTo>
                    <a:pt x="1866" y="54"/>
                  </a:lnTo>
                  <a:lnTo>
                    <a:pt x="1860" y="54"/>
                  </a:lnTo>
                  <a:lnTo>
                    <a:pt x="1860" y="48"/>
                  </a:lnTo>
                  <a:lnTo>
                    <a:pt x="1854" y="48"/>
                  </a:lnTo>
                  <a:lnTo>
                    <a:pt x="1854" y="42"/>
                  </a:lnTo>
                  <a:lnTo>
                    <a:pt x="1866" y="6"/>
                  </a:lnTo>
                  <a:lnTo>
                    <a:pt x="1878" y="18"/>
                  </a:lnTo>
                  <a:lnTo>
                    <a:pt x="1884" y="30"/>
                  </a:lnTo>
                  <a:lnTo>
                    <a:pt x="1896" y="42"/>
                  </a:lnTo>
                  <a:lnTo>
                    <a:pt x="1908" y="60"/>
                  </a:lnTo>
                  <a:lnTo>
                    <a:pt x="1914" y="78"/>
                  </a:lnTo>
                  <a:lnTo>
                    <a:pt x="1920" y="96"/>
                  </a:lnTo>
                  <a:lnTo>
                    <a:pt x="1926" y="114"/>
                  </a:lnTo>
                  <a:lnTo>
                    <a:pt x="1926" y="126"/>
                  </a:lnTo>
                  <a:close/>
                  <a:moveTo>
                    <a:pt x="2244" y="630"/>
                  </a:moveTo>
                  <a:lnTo>
                    <a:pt x="2244" y="642"/>
                  </a:lnTo>
                  <a:lnTo>
                    <a:pt x="2244" y="654"/>
                  </a:lnTo>
                  <a:lnTo>
                    <a:pt x="2244" y="660"/>
                  </a:lnTo>
                  <a:lnTo>
                    <a:pt x="2244" y="672"/>
                  </a:lnTo>
                  <a:lnTo>
                    <a:pt x="2244" y="684"/>
                  </a:lnTo>
                  <a:lnTo>
                    <a:pt x="2244" y="696"/>
                  </a:lnTo>
                  <a:lnTo>
                    <a:pt x="2244" y="702"/>
                  </a:lnTo>
                  <a:lnTo>
                    <a:pt x="2244" y="714"/>
                  </a:lnTo>
                  <a:lnTo>
                    <a:pt x="2244" y="762"/>
                  </a:lnTo>
                  <a:lnTo>
                    <a:pt x="2238" y="798"/>
                  </a:lnTo>
                  <a:lnTo>
                    <a:pt x="2238" y="828"/>
                  </a:lnTo>
                  <a:lnTo>
                    <a:pt x="2226" y="846"/>
                  </a:lnTo>
                  <a:lnTo>
                    <a:pt x="2226" y="840"/>
                  </a:lnTo>
                  <a:lnTo>
                    <a:pt x="2226" y="828"/>
                  </a:lnTo>
                  <a:lnTo>
                    <a:pt x="2226" y="810"/>
                  </a:lnTo>
                  <a:lnTo>
                    <a:pt x="2220" y="792"/>
                  </a:lnTo>
                  <a:lnTo>
                    <a:pt x="2220" y="768"/>
                  </a:lnTo>
                  <a:lnTo>
                    <a:pt x="2220" y="750"/>
                  </a:lnTo>
                  <a:lnTo>
                    <a:pt x="2220" y="744"/>
                  </a:lnTo>
                  <a:lnTo>
                    <a:pt x="2220" y="738"/>
                  </a:lnTo>
                  <a:lnTo>
                    <a:pt x="2184" y="450"/>
                  </a:lnTo>
                  <a:lnTo>
                    <a:pt x="2142" y="126"/>
                  </a:lnTo>
                  <a:lnTo>
                    <a:pt x="2142" y="120"/>
                  </a:lnTo>
                  <a:lnTo>
                    <a:pt x="2142" y="114"/>
                  </a:lnTo>
                  <a:lnTo>
                    <a:pt x="2136" y="108"/>
                  </a:lnTo>
                  <a:lnTo>
                    <a:pt x="2136" y="102"/>
                  </a:lnTo>
                  <a:lnTo>
                    <a:pt x="2130" y="96"/>
                  </a:lnTo>
                  <a:lnTo>
                    <a:pt x="2130" y="90"/>
                  </a:lnTo>
                  <a:lnTo>
                    <a:pt x="2124" y="84"/>
                  </a:lnTo>
                  <a:lnTo>
                    <a:pt x="2124" y="78"/>
                  </a:lnTo>
                  <a:lnTo>
                    <a:pt x="2148" y="0"/>
                  </a:lnTo>
                  <a:lnTo>
                    <a:pt x="2214" y="150"/>
                  </a:lnTo>
                  <a:lnTo>
                    <a:pt x="2214" y="174"/>
                  </a:lnTo>
                  <a:lnTo>
                    <a:pt x="2184" y="138"/>
                  </a:lnTo>
                  <a:lnTo>
                    <a:pt x="2178" y="156"/>
                  </a:lnTo>
                  <a:lnTo>
                    <a:pt x="2208" y="396"/>
                  </a:lnTo>
                  <a:lnTo>
                    <a:pt x="2244" y="630"/>
                  </a:lnTo>
                  <a:close/>
                  <a:moveTo>
                    <a:pt x="1974" y="288"/>
                  </a:moveTo>
                  <a:lnTo>
                    <a:pt x="1974" y="300"/>
                  </a:lnTo>
                  <a:lnTo>
                    <a:pt x="1974" y="306"/>
                  </a:lnTo>
                  <a:lnTo>
                    <a:pt x="1974" y="318"/>
                  </a:lnTo>
                  <a:lnTo>
                    <a:pt x="1968" y="324"/>
                  </a:lnTo>
                  <a:lnTo>
                    <a:pt x="1962" y="324"/>
                  </a:lnTo>
                  <a:lnTo>
                    <a:pt x="1956" y="330"/>
                  </a:lnTo>
                  <a:lnTo>
                    <a:pt x="1950" y="330"/>
                  </a:lnTo>
                  <a:lnTo>
                    <a:pt x="1944" y="336"/>
                  </a:lnTo>
                  <a:lnTo>
                    <a:pt x="1938" y="336"/>
                  </a:lnTo>
                  <a:lnTo>
                    <a:pt x="1932" y="330"/>
                  </a:lnTo>
                  <a:lnTo>
                    <a:pt x="1926" y="330"/>
                  </a:lnTo>
                  <a:lnTo>
                    <a:pt x="1920" y="324"/>
                  </a:lnTo>
                  <a:lnTo>
                    <a:pt x="1920" y="318"/>
                  </a:lnTo>
                  <a:lnTo>
                    <a:pt x="1914" y="312"/>
                  </a:lnTo>
                  <a:lnTo>
                    <a:pt x="1914" y="306"/>
                  </a:lnTo>
                  <a:lnTo>
                    <a:pt x="1908" y="318"/>
                  </a:lnTo>
                  <a:lnTo>
                    <a:pt x="1908" y="324"/>
                  </a:lnTo>
                  <a:lnTo>
                    <a:pt x="1902" y="330"/>
                  </a:lnTo>
                  <a:lnTo>
                    <a:pt x="1902" y="336"/>
                  </a:lnTo>
                  <a:lnTo>
                    <a:pt x="1896" y="336"/>
                  </a:lnTo>
                  <a:lnTo>
                    <a:pt x="1890" y="342"/>
                  </a:lnTo>
                  <a:lnTo>
                    <a:pt x="1884" y="342"/>
                  </a:lnTo>
                  <a:lnTo>
                    <a:pt x="1878" y="342"/>
                  </a:lnTo>
                  <a:lnTo>
                    <a:pt x="1872" y="342"/>
                  </a:lnTo>
                  <a:lnTo>
                    <a:pt x="1860" y="336"/>
                  </a:lnTo>
                  <a:lnTo>
                    <a:pt x="1854" y="336"/>
                  </a:lnTo>
                  <a:lnTo>
                    <a:pt x="1854" y="324"/>
                  </a:lnTo>
                  <a:lnTo>
                    <a:pt x="1848" y="318"/>
                  </a:lnTo>
                  <a:lnTo>
                    <a:pt x="1848" y="306"/>
                  </a:lnTo>
                  <a:lnTo>
                    <a:pt x="1848" y="294"/>
                  </a:lnTo>
                  <a:lnTo>
                    <a:pt x="1848" y="282"/>
                  </a:lnTo>
                  <a:lnTo>
                    <a:pt x="1842" y="282"/>
                  </a:lnTo>
                  <a:lnTo>
                    <a:pt x="1842" y="276"/>
                  </a:lnTo>
                  <a:lnTo>
                    <a:pt x="1848" y="270"/>
                  </a:lnTo>
                  <a:lnTo>
                    <a:pt x="1848" y="264"/>
                  </a:lnTo>
                  <a:lnTo>
                    <a:pt x="1848" y="258"/>
                  </a:lnTo>
                  <a:lnTo>
                    <a:pt x="1848" y="264"/>
                  </a:lnTo>
                  <a:lnTo>
                    <a:pt x="1842" y="270"/>
                  </a:lnTo>
                  <a:lnTo>
                    <a:pt x="1836" y="270"/>
                  </a:lnTo>
                  <a:lnTo>
                    <a:pt x="1836" y="276"/>
                  </a:lnTo>
                  <a:lnTo>
                    <a:pt x="1836" y="258"/>
                  </a:lnTo>
                  <a:lnTo>
                    <a:pt x="1836" y="252"/>
                  </a:lnTo>
                  <a:lnTo>
                    <a:pt x="1842" y="246"/>
                  </a:lnTo>
                  <a:lnTo>
                    <a:pt x="1848" y="240"/>
                  </a:lnTo>
                  <a:lnTo>
                    <a:pt x="1848" y="234"/>
                  </a:lnTo>
                  <a:lnTo>
                    <a:pt x="1854" y="228"/>
                  </a:lnTo>
                  <a:lnTo>
                    <a:pt x="1860" y="228"/>
                  </a:lnTo>
                  <a:lnTo>
                    <a:pt x="1866" y="222"/>
                  </a:lnTo>
                  <a:lnTo>
                    <a:pt x="1866" y="258"/>
                  </a:lnTo>
                  <a:lnTo>
                    <a:pt x="1866" y="282"/>
                  </a:lnTo>
                  <a:lnTo>
                    <a:pt x="1872" y="300"/>
                  </a:lnTo>
                  <a:lnTo>
                    <a:pt x="1878" y="306"/>
                  </a:lnTo>
                  <a:lnTo>
                    <a:pt x="1884" y="312"/>
                  </a:lnTo>
                  <a:lnTo>
                    <a:pt x="1896" y="306"/>
                  </a:lnTo>
                  <a:lnTo>
                    <a:pt x="1902" y="306"/>
                  </a:lnTo>
                  <a:lnTo>
                    <a:pt x="1908" y="294"/>
                  </a:lnTo>
                  <a:lnTo>
                    <a:pt x="1908" y="282"/>
                  </a:lnTo>
                  <a:lnTo>
                    <a:pt x="1902" y="258"/>
                  </a:lnTo>
                  <a:lnTo>
                    <a:pt x="1896" y="234"/>
                  </a:lnTo>
                  <a:lnTo>
                    <a:pt x="1914" y="216"/>
                  </a:lnTo>
                  <a:lnTo>
                    <a:pt x="1914" y="222"/>
                  </a:lnTo>
                  <a:lnTo>
                    <a:pt x="1914" y="228"/>
                  </a:lnTo>
                  <a:lnTo>
                    <a:pt x="1920" y="234"/>
                  </a:lnTo>
                  <a:lnTo>
                    <a:pt x="1920" y="246"/>
                  </a:lnTo>
                  <a:lnTo>
                    <a:pt x="1920" y="252"/>
                  </a:lnTo>
                  <a:lnTo>
                    <a:pt x="1926" y="258"/>
                  </a:lnTo>
                  <a:lnTo>
                    <a:pt x="1926" y="264"/>
                  </a:lnTo>
                  <a:lnTo>
                    <a:pt x="1926" y="270"/>
                  </a:lnTo>
                  <a:lnTo>
                    <a:pt x="1926" y="276"/>
                  </a:lnTo>
                  <a:lnTo>
                    <a:pt x="1926" y="282"/>
                  </a:lnTo>
                  <a:lnTo>
                    <a:pt x="1932" y="288"/>
                  </a:lnTo>
                  <a:lnTo>
                    <a:pt x="1932" y="294"/>
                  </a:lnTo>
                  <a:lnTo>
                    <a:pt x="1938" y="300"/>
                  </a:lnTo>
                  <a:lnTo>
                    <a:pt x="1944" y="300"/>
                  </a:lnTo>
                  <a:lnTo>
                    <a:pt x="1950" y="300"/>
                  </a:lnTo>
                  <a:lnTo>
                    <a:pt x="1956" y="294"/>
                  </a:lnTo>
                  <a:lnTo>
                    <a:pt x="1956" y="288"/>
                  </a:lnTo>
                  <a:lnTo>
                    <a:pt x="1956" y="282"/>
                  </a:lnTo>
                  <a:lnTo>
                    <a:pt x="1956" y="270"/>
                  </a:lnTo>
                  <a:lnTo>
                    <a:pt x="1950" y="258"/>
                  </a:lnTo>
                  <a:lnTo>
                    <a:pt x="1950" y="252"/>
                  </a:lnTo>
                  <a:lnTo>
                    <a:pt x="1944" y="246"/>
                  </a:lnTo>
                  <a:lnTo>
                    <a:pt x="1944" y="240"/>
                  </a:lnTo>
                  <a:lnTo>
                    <a:pt x="1944" y="234"/>
                  </a:lnTo>
                  <a:lnTo>
                    <a:pt x="1956" y="210"/>
                  </a:lnTo>
                  <a:lnTo>
                    <a:pt x="1968" y="246"/>
                  </a:lnTo>
                  <a:lnTo>
                    <a:pt x="1974" y="288"/>
                  </a:lnTo>
                  <a:close/>
                  <a:moveTo>
                    <a:pt x="2466" y="1158"/>
                  </a:moveTo>
                  <a:lnTo>
                    <a:pt x="2418" y="1206"/>
                  </a:lnTo>
                  <a:lnTo>
                    <a:pt x="2364" y="1152"/>
                  </a:lnTo>
                  <a:lnTo>
                    <a:pt x="2412" y="1104"/>
                  </a:lnTo>
                  <a:lnTo>
                    <a:pt x="2466" y="1158"/>
                  </a:lnTo>
                  <a:close/>
                  <a:moveTo>
                    <a:pt x="2454" y="876"/>
                  </a:moveTo>
                  <a:lnTo>
                    <a:pt x="2454" y="900"/>
                  </a:lnTo>
                  <a:lnTo>
                    <a:pt x="2454" y="924"/>
                  </a:lnTo>
                  <a:lnTo>
                    <a:pt x="2448" y="942"/>
                  </a:lnTo>
                  <a:lnTo>
                    <a:pt x="2442" y="960"/>
                  </a:lnTo>
                  <a:lnTo>
                    <a:pt x="2424" y="984"/>
                  </a:lnTo>
                  <a:lnTo>
                    <a:pt x="2412" y="1002"/>
                  </a:lnTo>
                  <a:lnTo>
                    <a:pt x="2388" y="1008"/>
                  </a:lnTo>
                  <a:lnTo>
                    <a:pt x="2364" y="1014"/>
                  </a:lnTo>
                  <a:lnTo>
                    <a:pt x="2346" y="1014"/>
                  </a:lnTo>
                  <a:lnTo>
                    <a:pt x="2334" y="1008"/>
                  </a:lnTo>
                  <a:lnTo>
                    <a:pt x="2316" y="1002"/>
                  </a:lnTo>
                  <a:lnTo>
                    <a:pt x="2310" y="996"/>
                  </a:lnTo>
                  <a:lnTo>
                    <a:pt x="2298" y="984"/>
                  </a:lnTo>
                  <a:lnTo>
                    <a:pt x="2292" y="972"/>
                  </a:lnTo>
                  <a:lnTo>
                    <a:pt x="2280" y="954"/>
                  </a:lnTo>
                  <a:lnTo>
                    <a:pt x="2274" y="942"/>
                  </a:lnTo>
                  <a:lnTo>
                    <a:pt x="2262" y="966"/>
                  </a:lnTo>
                  <a:lnTo>
                    <a:pt x="2250" y="984"/>
                  </a:lnTo>
                  <a:lnTo>
                    <a:pt x="2238" y="996"/>
                  </a:lnTo>
                  <a:lnTo>
                    <a:pt x="2238" y="1002"/>
                  </a:lnTo>
                  <a:lnTo>
                    <a:pt x="2226" y="1008"/>
                  </a:lnTo>
                  <a:lnTo>
                    <a:pt x="2220" y="1014"/>
                  </a:lnTo>
                  <a:lnTo>
                    <a:pt x="2208" y="1020"/>
                  </a:lnTo>
                  <a:lnTo>
                    <a:pt x="2196" y="1020"/>
                  </a:lnTo>
                  <a:lnTo>
                    <a:pt x="2184" y="1020"/>
                  </a:lnTo>
                  <a:lnTo>
                    <a:pt x="2172" y="1014"/>
                  </a:lnTo>
                  <a:lnTo>
                    <a:pt x="2166" y="1014"/>
                  </a:lnTo>
                  <a:lnTo>
                    <a:pt x="2160" y="1008"/>
                  </a:lnTo>
                  <a:lnTo>
                    <a:pt x="2154" y="996"/>
                  </a:lnTo>
                  <a:lnTo>
                    <a:pt x="2148" y="990"/>
                  </a:lnTo>
                  <a:lnTo>
                    <a:pt x="2142" y="978"/>
                  </a:lnTo>
                  <a:lnTo>
                    <a:pt x="2142" y="972"/>
                  </a:lnTo>
                  <a:lnTo>
                    <a:pt x="2124" y="990"/>
                  </a:lnTo>
                  <a:lnTo>
                    <a:pt x="2112" y="1008"/>
                  </a:lnTo>
                  <a:lnTo>
                    <a:pt x="2106" y="1020"/>
                  </a:lnTo>
                  <a:lnTo>
                    <a:pt x="2100" y="1026"/>
                  </a:lnTo>
                  <a:lnTo>
                    <a:pt x="2088" y="1038"/>
                  </a:lnTo>
                  <a:lnTo>
                    <a:pt x="2076" y="1038"/>
                  </a:lnTo>
                  <a:lnTo>
                    <a:pt x="2064" y="1044"/>
                  </a:lnTo>
                  <a:lnTo>
                    <a:pt x="2052" y="1044"/>
                  </a:lnTo>
                  <a:lnTo>
                    <a:pt x="2034" y="1044"/>
                  </a:lnTo>
                  <a:lnTo>
                    <a:pt x="2016" y="1038"/>
                  </a:lnTo>
                  <a:lnTo>
                    <a:pt x="2004" y="1032"/>
                  </a:lnTo>
                  <a:lnTo>
                    <a:pt x="1992" y="1020"/>
                  </a:lnTo>
                  <a:lnTo>
                    <a:pt x="1986" y="1014"/>
                  </a:lnTo>
                  <a:lnTo>
                    <a:pt x="1980" y="1002"/>
                  </a:lnTo>
                  <a:lnTo>
                    <a:pt x="1968" y="984"/>
                  </a:lnTo>
                  <a:lnTo>
                    <a:pt x="1950" y="960"/>
                  </a:lnTo>
                  <a:lnTo>
                    <a:pt x="1938" y="966"/>
                  </a:lnTo>
                  <a:lnTo>
                    <a:pt x="1926" y="972"/>
                  </a:lnTo>
                  <a:lnTo>
                    <a:pt x="1914" y="978"/>
                  </a:lnTo>
                  <a:lnTo>
                    <a:pt x="1908" y="978"/>
                  </a:lnTo>
                  <a:lnTo>
                    <a:pt x="1890" y="996"/>
                  </a:lnTo>
                  <a:lnTo>
                    <a:pt x="1878" y="1014"/>
                  </a:lnTo>
                  <a:lnTo>
                    <a:pt x="1872" y="1032"/>
                  </a:lnTo>
                  <a:lnTo>
                    <a:pt x="1872" y="1050"/>
                  </a:lnTo>
                  <a:lnTo>
                    <a:pt x="1884" y="1074"/>
                  </a:lnTo>
                  <a:lnTo>
                    <a:pt x="1896" y="1098"/>
                  </a:lnTo>
                  <a:lnTo>
                    <a:pt x="1920" y="1122"/>
                  </a:lnTo>
                  <a:lnTo>
                    <a:pt x="1950" y="1146"/>
                  </a:lnTo>
                  <a:lnTo>
                    <a:pt x="1962" y="1152"/>
                  </a:lnTo>
                  <a:lnTo>
                    <a:pt x="1974" y="1158"/>
                  </a:lnTo>
                  <a:lnTo>
                    <a:pt x="1992" y="1170"/>
                  </a:lnTo>
                  <a:lnTo>
                    <a:pt x="2010" y="1176"/>
                  </a:lnTo>
                  <a:lnTo>
                    <a:pt x="1992" y="1254"/>
                  </a:lnTo>
                  <a:lnTo>
                    <a:pt x="1980" y="1248"/>
                  </a:lnTo>
                  <a:lnTo>
                    <a:pt x="1968" y="1242"/>
                  </a:lnTo>
                  <a:lnTo>
                    <a:pt x="1962" y="1236"/>
                  </a:lnTo>
                  <a:lnTo>
                    <a:pt x="1950" y="1230"/>
                  </a:lnTo>
                  <a:lnTo>
                    <a:pt x="1932" y="1224"/>
                  </a:lnTo>
                  <a:lnTo>
                    <a:pt x="1908" y="1218"/>
                  </a:lnTo>
                  <a:lnTo>
                    <a:pt x="1890" y="1212"/>
                  </a:lnTo>
                  <a:lnTo>
                    <a:pt x="1872" y="1212"/>
                  </a:lnTo>
                  <a:lnTo>
                    <a:pt x="1848" y="1212"/>
                  </a:lnTo>
                  <a:lnTo>
                    <a:pt x="1830" y="1212"/>
                  </a:lnTo>
                  <a:lnTo>
                    <a:pt x="1806" y="1218"/>
                  </a:lnTo>
                  <a:lnTo>
                    <a:pt x="1788" y="1224"/>
                  </a:lnTo>
                  <a:lnTo>
                    <a:pt x="1764" y="1236"/>
                  </a:lnTo>
                  <a:lnTo>
                    <a:pt x="1740" y="1242"/>
                  </a:lnTo>
                  <a:lnTo>
                    <a:pt x="1722" y="1254"/>
                  </a:lnTo>
                  <a:lnTo>
                    <a:pt x="1698" y="1266"/>
                  </a:lnTo>
                  <a:lnTo>
                    <a:pt x="1686" y="1278"/>
                  </a:lnTo>
                  <a:lnTo>
                    <a:pt x="1662" y="1296"/>
                  </a:lnTo>
                  <a:lnTo>
                    <a:pt x="1626" y="1320"/>
                  </a:lnTo>
                  <a:lnTo>
                    <a:pt x="1584" y="1356"/>
                  </a:lnTo>
                  <a:lnTo>
                    <a:pt x="1560" y="1374"/>
                  </a:lnTo>
                  <a:lnTo>
                    <a:pt x="1536" y="1392"/>
                  </a:lnTo>
                  <a:lnTo>
                    <a:pt x="1512" y="1398"/>
                  </a:lnTo>
                  <a:lnTo>
                    <a:pt x="1500" y="1404"/>
                  </a:lnTo>
                  <a:lnTo>
                    <a:pt x="1482" y="1398"/>
                  </a:lnTo>
                  <a:lnTo>
                    <a:pt x="1464" y="1392"/>
                  </a:lnTo>
                  <a:lnTo>
                    <a:pt x="1446" y="1386"/>
                  </a:lnTo>
                  <a:lnTo>
                    <a:pt x="1434" y="1374"/>
                  </a:lnTo>
                  <a:lnTo>
                    <a:pt x="1416" y="1350"/>
                  </a:lnTo>
                  <a:lnTo>
                    <a:pt x="1404" y="1320"/>
                  </a:lnTo>
                  <a:lnTo>
                    <a:pt x="1398" y="1296"/>
                  </a:lnTo>
                  <a:lnTo>
                    <a:pt x="1398" y="1260"/>
                  </a:lnTo>
                  <a:lnTo>
                    <a:pt x="1398" y="1242"/>
                  </a:lnTo>
                  <a:lnTo>
                    <a:pt x="1398" y="1218"/>
                  </a:lnTo>
                  <a:lnTo>
                    <a:pt x="1404" y="1194"/>
                  </a:lnTo>
                  <a:lnTo>
                    <a:pt x="1410" y="1164"/>
                  </a:lnTo>
                  <a:lnTo>
                    <a:pt x="1422" y="1140"/>
                  </a:lnTo>
                  <a:lnTo>
                    <a:pt x="1434" y="1110"/>
                  </a:lnTo>
                  <a:lnTo>
                    <a:pt x="1440" y="1086"/>
                  </a:lnTo>
                  <a:lnTo>
                    <a:pt x="1452" y="1056"/>
                  </a:lnTo>
                  <a:lnTo>
                    <a:pt x="1344" y="1098"/>
                  </a:lnTo>
                  <a:lnTo>
                    <a:pt x="1332" y="1104"/>
                  </a:lnTo>
                  <a:lnTo>
                    <a:pt x="1320" y="1116"/>
                  </a:lnTo>
                  <a:lnTo>
                    <a:pt x="1308" y="1122"/>
                  </a:lnTo>
                  <a:lnTo>
                    <a:pt x="1302" y="1134"/>
                  </a:lnTo>
                  <a:lnTo>
                    <a:pt x="1290" y="1146"/>
                  </a:lnTo>
                  <a:lnTo>
                    <a:pt x="1278" y="1158"/>
                  </a:lnTo>
                  <a:lnTo>
                    <a:pt x="1272" y="1170"/>
                  </a:lnTo>
                  <a:lnTo>
                    <a:pt x="1266" y="1182"/>
                  </a:lnTo>
                  <a:lnTo>
                    <a:pt x="1236" y="1218"/>
                  </a:lnTo>
                  <a:lnTo>
                    <a:pt x="1212" y="1254"/>
                  </a:lnTo>
                  <a:lnTo>
                    <a:pt x="1188" y="1290"/>
                  </a:lnTo>
                  <a:lnTo>
                    <a:pt x="1158" y="1326"/>
                  </a:lnTo>
                  <a:lnTo>
                    <a:pt x="1134" y="1356"/>
                  </a:lnTo>
                  <a:lnTo>
                    <a:pt x="1104" y="1374"/>
                  </a:lnTo>
                  <a:lnTo>
                    <a:pt x="1080" y="1386"/>
                  </a:lnTo>
                  <a:lnTo>
                    <a:pt x="1062" y="1392"/>
                  </a:lnTo>
                  <a:lnTo>
                    <a:pt x="1044" y="1386"/>
                  </a:lnTo>
                  <a:lnTo>
                    <a:pt x="1026" y="1380"/>
                  </a:lnTo>
                  <a:lnTo>
                    <a:pt x="1014" y="1368"/>
                  </a:lnTo>
                  <a:lnTo>
                    <a:pt x="1002" y="1350"/>
                  </a:lnTo>
                  <a:lnTo>
                    <a:pt x="996" y="1326"/>
                  </a:lnTo>
                  <a:lnTo>
                    <a:pt x="990" y="1302"/>
                  </a:lnTo>
                  <a:lnTo>
                    <a:pt x="984" y="1278"/>
                  </a:lnTo>
                  <a:lnTo>
                    <a:pt x="984" y="1248"/>
                  </a:lnTo>
                  <a:lnTo>
                    <a:pt x="984" y="1218"/>
                  </a:lnTo>
                  <a:lnTo>
                    <a:pt x="990" y="1188"/>
                  </a:lnTo>
                  <a:lnTo>
                    <a:pt x="990" y="1164"/>
                  </a:lnTo>
                  <a:lnTo>
                    <a:pt x="996" y="1140"/>
                  </a:lnTo>
                  <a:lnTo>
                    <a:pt x="1008" y="1110"/>
                  </a:lnTo>
                  <a:lnTo>
                    <a:pt x="1014" y="1086"/>
                  </a:lnTo>
                  <a:lnTo>
                    <a:pt x="1026" y="1068"/>
                  </a:lnTo>
                  <a:lnTo>
                    <a:pt x="1038" y="1044"/>
                  </a:lnTo>
                  <a:lnTo>
                    <a:pt x="1056" y="1044"/>
                  </a:lnTo>
                  <a:lnTo>
                    <a:pt x="1044" y="1068"/>
                  </a:lnTo>
                  <a:lnTo>
                    <a:pt x="1032" y="1092"/>
                  </a:lnTo>
                  <a:lnTo>
                    <a:pt x="1026" y="1110"/>
                  </a:lnTo>
                  <a:lnTo>
                    <a:pt x="1020" y="1134"/>
                  </a:lnTo>
                  <a:lnTo>
                    <a:pt x="1014" y="1158"/>
                  </a:lnTo>
                  <a:lnTo>
                    <a:pt x="1008" y="1176"/>
                  </a:lnTo>
                  <a:lnTo>
                    <a:pt x="1008" y="1200"/>
                  </a:lnTo>
                  <a:lnTo>
                    <a:pt x="1002" y="1224"/>
                  </a:lnTo>
                  <a:lnTo>
                    <a:pt x="1008" y="1242"/>
                  </a:lnTo>
                  <a:lnTo>
                    <a:pt x="1008" y="1260"/>
                  </a:lnTo>
                  <a:lnTo>
                    <a:pt x="1014" y="1278"/>
                  </a:lnTo>
                  <a:lnTo>
                    <a:pt x="1020" y="1290"/>
                  </a:lnTo>
                  <a:lnTo>
                    <a:pt x="1026" y="1302"/>
                  </a:lnTo>
                  <a:lnTo>
                    <a:pt x="1038" y="1308"/>
                  </a:lnTo>
                  <a:lnTo>
                    <a:pt x="1050" y="1314"/>
                  </a:lnTo>
                  <a:lnTo>
                    <a:pt x="1068" y="1314"/>
                  </a:lnTo>
                  <a:lnTo>
                    <a:pt x="1086" y="1308"/>
                  </a:lnTo>
                  <a:lnTo>
                    <a:pt x="1110" y="1296"/>
                  </a:lnTo>
                  <a:lnTo>
                    <a:pt x="1140" y="1266"/>
                  </a:lnTo>
                  <a:lnTo>
                    <a:pt x="1170" y="1224"/>
                  </a:lnTo>
                  <a:lnTo>
                    <a:pt x="1200" y="1182"/>
                  </a:lnTo>
                  <a:lnTo>
                    <a:pt x="1230" y="1146"/>
                  </a:lnTo>
                  <a:lnTo>
                    <a:pt x="1254" y="1110"/>
                  </a:lnTo>
                  <a:lnTo>
                    <a:pt x="1284" y="1068"/>
                  </a:lnTo>
                  <a:lnTo>
                    <a:pt x="1296" y="1056"/>
                  </a:lnTo>
                  <a:lnTo>
                    <a:pt x="1308" y="1044"/>
                  </a:lnTo>
                  <a:lnTo>
                    <a:pt x="1320" y="1038"/>
                  </a:lnTo>
                  <a:lnTo>
                    <a:pt x="1332" y="1032"/>
                  </a:lnTo>
                  <a:lnTo>
                    <a:pt x="1338" y="1026"/>
                  </a:lnTo>
                  <a:lnTo>
                    <a:pt x="1350" y="1020"/>
                  </a:lnTo>
                  <a:lnTo>
                    <a:pt x="1368" y="1014"/>
                  </a:lnTo>
                  <a:lnTo>
                    <a:pt x="1386" y="1008"/>
                  </a:lnTo>
                  <a:lnTo>
                    <a:pt x="1410" y="996"/>
                  </a:lnTo>
                  <a:lnTo>
                    <a:pt x="1434" y="990"/>
                  </a:lnTo>
                  <a:lnTo>
                    <a:pt x="1458" y="978"/>
                  </a:lnTo>
                  <a:lnTo>
                    <a:pt x="1482" y="972"/>
                  </a:lnTo>
                  <a:lnTo>
                    <a:pt x="1500" y="966"/>
                  </a:lnTo>
                  <a:lnTo>
                    <a:pt x="1512" y="960"/>
                  </a:lnTo>
                  <a:lnTo>
                    <a:pt x="1524" y="954"/>
                  </a:lnTo>
                  <a:lnTo>
                    <a:pt x="1524" y="948"/>
                  </a:lnTo>
                  <a:lnTo>
                    <a:pt x="1488" y="606"/>
                  </a:lnTo>
                  <a:lnTo>
                    <a:pt x="1434" y="120"/>
                  </a:lnTo>
                  <a:lnTo>
                    <a:pt x="1416" y="72"/>
                  </a:lnTo>
                  <a:lnTo>
                    <a:pt x="1416" y="66"/>
                  </a:lnTo>
                  <a:lnTo>
                    <a:pt x="1422" y="60"/>
                  </a:lnTo>
                  <a:lnTo>
                    <a:pt x="1422" y="48"/>
                  </a:lnTo>
                  <a:lnTo>
                    <a:pt x="1428" y="36"/>
                  </a:lnTo>
                  <a:lnTo>
                    <a:pt x="1428" y="30"/>
                  </a:lnTo>
                  <a:lnTo>
                    <a:pt x="1428" y="24"/>
                  </a:lnTo>
                  <a:lnTo>
                    <a:pt x="1434" y="18"/>
                  </a:lnTo>
                  <a:lnTo>
                    <a:pt x="1434" y="12"/>
                  </a:lnTo>
                  <a:lnTo>
                    <a:pt x="1500" y="150"/>
                  </a:lnTo>
                  <a:lnTo>
                    <a:pt x="1500" y="174"/>
                  </a:lnTo>
                  <a:lnTo>
                    <a:pt x="1470" y="138"/>
                  </a:lnTo>
                  <a:lnTo>
                    <a:pt x="1470" y="156"/>
                  </a:lnTo>
                  <a:lnTo>
                    <a:pt x="1500" y="390"/>
                  </a:lnTo>
                  <a:lnTo>
                    <a:pt x="1554" y="906"/>
                  </a:lnTo>
                  <a:lnTo>
                    <a:pt x="1554" y="930"/>
                  </a:lnTo>
                  <a:lnTo>
                    <a:pt x="1554" y="948"/>
                  </a:lnTo>
                  <a:lnTo>
                    <a:pt x="1548" y="966"/>
                  </a:lnTo>
                  <a:lnTo>
                    <a:pt x="1542" y="984"/>
                  </a:lnTo>
                  <a:lnTo>
                    <a:pt x="1542" y="990"/>
                  </a:lnTo>
                  <a:lnTo>
                    <a:pt x="1536" y="996"/>
                  </a:lnTo>
                  <a:lnTo>
                    <a:pt x="1530" y="1002"/>
                  </a:lnTo>
                  <a:lnTo>
                    <a:pt x="1518" y="1008"/>
                  </a:lnTo>
                  <a:lnTo>
                    <a:pt x="1518" y="1014"/>
                  </a:lnTo>
                  <a:lnTo>
                    <a:pt x="1512" y="1014"/>
                  </a:lnTo>
                  <a:lnTo>
                    <a:pt x="1512" y="1020"/>
                  </a:lnTo>
                  <a:lnTo>
                    <a:pt x="1506" y="1026"/>
                  </a:lnTo>
                  <a:lnTo>
                    <a:pt x="1500" y="1032"/>
                  </a:lnTo>
                  <a:lnTo>
                    <a:pt x="1494" y="1038"/>
                  </a:lnTo>
                  <a:lnTo>
                    <a:pt x="1488" y="1038"/>
                  </a:lnTo>
                  <a:lnTo>
                    <a:pt x="1476" y="1056"/>
                  </a:lnTo>
                  <a:lnTo>
                    <a:pt x="1470" y="1080"/>
                  </a:lnTo>
                  <a:lnTo>
                    <a:pt x="1458" y="1104"/>
                  </a:lnTo>
                  <a:lnTo>
                    <a:pt x="1452" y="1134"/>
                  </a:lnTo>
                  <a:lnTo>
                    <a:pt x="1440" y="1170"/>
                  </a:lnTo>
                  <a:lnTo>
                    <a:pt x="1434" y="1200"/>
                  </a:lnTo>
                  <a:lnTo>
                    <a:pt x="1428" y="1230"/>
                  </a:lnTo>
                  <a:lnTo>
                    <a:pt x="1428" y="1254"/>
                  </a:lnTo>
                  <a:lnTo>
                    <a:pt x="1428" y="1260"/>
                  </a:lnTo>
                  <a:lnTo>
                    <a:pt x="1428" y="1272"/>
                  </a:lnTo>
                  <a:lnTo>
                    <a:pt x="1434" y="1284"/>
                  </a:lnTo>
                  <a:lnTo>
                    <a:pt x="1446" y="1296"/>
                  </a:lnTo>
                  <a:lnTo>
                    <a:pt x="1452" y="1308"/>
                  </a:lnTo>
                  <a:lnTo>
                    <a:pt x="1464" y="1320"/>
                  </a:lnTo>
                  <a:lnTo>
                    <a:pt x="1476" y="1326"/>
                  </a:lnTo>
                  <a:lnTo>
                    <a:pt x="1488" y="1326"/>
                  </a:lnTo>
                  <a:lnTo>
                    <a:pt x="1494" y="1326"/>
                  </a:lnTo>
                  <a:lnTo>
                    <a:pt x="1506" y="1320"/>
                  </a:lnTo>
                  <a:lnTo>
                    <a:pt x="1518" y="1314"/>
                  </a:lnTo>
                  <a:lnTo>
                    <a:pt x="1530" y="1308"/>
                  </a:lnTo>
                  <a:lnTo>
                    <a:pt x="1566" y="1284"/>
                  </a:lnTo>
                  <a:lnTo>
                    <a:pt x="1602" y="1254"/>
                  </a:lnTo>
                  <a:lnTo>
                    <a:pt x="1638" y="1230"/>
                  </a:lnTo>
                  <a:lnTo>
                    <a:pt x="1668" y="1206"/>
                  </a:lnTo>
                  <a:lnTo>
                    <a:pt x="1680" y="1200"/>
                  </a:lnTo>
                  <a:lnTo>
                    <a:pt x="1686" y="1194"/>
                  </a:lnTo>
                  <a:lnTo>
                    <a:pt x="1698" y="1188"/>
                  </a:lnTo>
                  <a:lnTo>
                    <a:pt x="1710" y="1182"/>
                  </a:lnTo>
                  <a:lnTo>
                    <a:pt x="1710" y="1086"/>
                  </a:lnTo>
                  <a:lnTo>
                    <a:pt x="1680" y="810"/>
                  </a:lnTo>
                  <a:lnTo>
                    <a:pt x="1662" y="810"/>
                  </a:lnTo>
                  <a:lnTo>
                    <a:pt x="1650" y="810"/>
                  </a:lnTo>
                  <a:lnTo>
                    <a:pt x="1638" y="798"/>
                  </a:lnTo>
                  <a:lnTo>
                    <a:pt x="1626" y="780"/>
                  </a:lnTo>
                  <a:lnTo>
                    <a:pt x="1620" y="768"/>
                  </a:lnTo>
                  <a:lnTo>
                    <a:pt x="1614" y="756"/>
                  </a:lnTo>
                  <a:lnTo>
                    <a:pt x="1608" y="744"/>
                  </a:lnTo>
                  <a:lnTo>
                    <a:pt x="1608" y="726"/>
                  </a:lnTo>
                  <a:lnTo>
                    <a:pt x="1602" y="714"/>
                  </a:lnTo>
                  <a:lnTo>
                    <a:pt x="1602" y="696"/>
                  </a:lnTo>
                  <a:lnTo>
                    <a:pt x="1602" y="684"/>
                  </a:lnTo>
                  <a:lnTo>
                    <a:pt x="1602" y="666"/>
                  </a:lnTo>
                  <a:lnTo>
                    <a:pt x="1602" y="564"/>
                  </a:lnTo>
                  <a:lnTo>
                    <a:pt x="1608" y="564"/>
                  </a:lnTo>
                  <a:lnTo>
                    <a:pt x="1614" y="564"/>
                  </a:lnTo>
                  <a:lnTo>
                    <a:pt x="1614" y="588"/>
                  </a:lnTo>
                  <a:lnTo>
                    <a:pt x="1614" y="612"/>
                  </a:lnTo>
                  <a:lnTo>
                    <a:pt x="1614" y="630"/>
                  </a:lnTo>
                  <a:lnTo>
                    <a:pt x="1620" y="648"/>
                  </a:lnTo>
                  <a:lnTo>
                    <a:pt x="1626" y="690"/>
                  </a:lnTo>
                  <a:lnTo>
                    <a:pt x="1638" y="714"/>
                  </a:lnTo>
                  <a:lnTo>
                    <a:pt x="1650" y="738"/>
                  </a:lnTo>
                  <a:lnTo>
                    <a:pt x="1668" y="744"/>
                  </a:lnTo>
                  <a:lnTo>
                    <a:pt x="1644" y="498"/>
                  </a:lnTo>
                  <a:lnTo>
                    <a:pt x="1602" y="132"/>
                  </a:lnTo>
                  <a:lnTo>
                    <a:pt x="1602" y="126"/>
                  </a:lnTo>
                  <a:lnTo>
                    <a:pt x="1602" y="120"/>
                  </a:lnTo>
                  <a:lnTo>
                    <a:pt x="1602" y="114"/>
                  </a:lnTo>
                  <a:lnTo>
                    <a:pt x="1596" y="108"/>
                  </a:lnTo>
                  <a:lnTo>
                    <a:pt x="1596" y="102"/>
                  </a:lnTo>
                  <a:lnTo>
                    <a:pt x="1590" y="96"/>
                  </a:lnTo>
                  <a:lnTo>
                    <a:pt x="1590" y="90"/>
                  </a:lnTo>
                  <a:lnTo>
                    <a:pt x="1614" y="18"/>
                  </a:lnTo>
                  <a:lnTo>
                    <a:pt x="1674" y="156"/>
                  </a:lnTo>
                  <a:lnTo>
                    <a:pt x="1674" y="180"/>
                  </a:lnTo>
                  <a:lnTo>
                    <a:pt x="1644" y="150"/>
                  </a:lnTo>
                  <a:lnTo>
                    <a:pt x="1638" y="168"/>
                  </a:lnTo>
                  <a:lnTo>
                    <a:pt x="1668" y="420"/>
                  </a:lnTo>
                  <a:lnTo>
                    <a:pt x="1698" y="726"/>
                  </a:lnTo>
                  <a:lnTo>
                    <a:pt x="1704" y="714"/>
                  </a:lnTo>
                  <a:lnTo>
                    <a:pt x="1704" y="702"/>
                  </a:lnTo>
                  <a:lnTo>
                    <a:pt x="1710" y="690"/>
                  </a:lnTo>
                  <a:lnTo>
                    <a:pt x="1716" y="672"/>
                  </a:lnTo>
                  <a:lnTo>
                    <a:pt x="1716" y="654"/>
                  </a:lnTo>
                  <a:lnTo>
                    <a:pt x="1722" y="630"/>
                  </a:lnTo>
                  <a:lnTo>
                    <a:pt x="1728" y="612"/>
                  </a:lnTo>
                  <a:lnTo>
                    <a:pt x="1734" y="588"/>
                  </a:lnTo>
                  <a:lnTo>
                    <a:pt x="1740" y="570"/>
                  </a:lnTo>
                  <a:lnTo>
                    <a:pt x="1746" y="552"/>
                  </a:lnTo>
                  <a:lnTo>
                    <a:pt x="1752" y="534"/>
                  </a:lnTo>
                  <a:lnTo>
                    <a:pt x="1764" y="516"/>
                  </a:lnTo>
                  <a:lnTo>
                    <a:pt x="1776" y="498"/>
                  </a:lnTo>
                  <a:lnTo>
                    <a:pt x="1788" y="486"/>
                  </a:lnTo>
                  <a:lnTo>
                    <a:pt x="1800" y="474"/>
                  </a:lnTo>
                  <a:lnTo>
                    <a:pt x="1818" y="468"/>
                  </a:lnTo>
                  <a:lnTo>
                    <a:pt x="1812" y="528"/>
                  </a:lnTo>
                  <a:lnTo>
                    <a:pt x="1812" y="546"/>
                  </a:lnTo>
                  <a:lnTo>
                    <a:pt x="1806" y="564"/>
                  </a:lnTo>
                  <a:lnTo>
                    <a:pt x="1806" y="576"/>
                  </a:lnTo>
                  <a:lnTo>
                    <a:pt x="1806" y="588"/>
                  </a:lnTo>
                  <a:lnTo>
                    <a:pt x="1806" y="618"/>
                  </a:lnTo>
                  <a:lnTo>
                    <a:pt x="1800" y="642"/>
                  </a:lnTo>
                  <a:lnTo>
                    <a:pt x="1800" y="654"/>
                  </a:lnTo>
                  <a:lnTo>
                    <a:pt x="1800" y="666"/>
                  </a:lnTo>
                  <a:lnTo>
                    <a:pt x="1800" y="678"/>
                  </a:lnTo>
                  <a:lnTo>
                    <a:pt x="1806" y="696"/>
                  </a:lnTo>
                  <a:lnTo>
                    <a:pt x="1812" y="708"/>
                  </a:lnTo>
                  <a:lnTo>
                    <a:pt x="1818" y="726"/>
                  </a:lnTo>
                  <a:lnTo>
                    <a:pt x="1830" y="738"/>
                  </a:lnTo>
                  <a:lnTo>
                    <a:pt x="1842" y="744"/>
                  </a:lnTo>
                  <a:lnTo>
                    <a:pt x="1854" y="750"/>
                  </a:lnTo>
                  <a:lnTo>
                    <a:pt x="1872" y="750"/>
                  </a:lnTo>
                  <a:lnTo>
                    <a:pt x="1884" y="750"/>
                  </a:lnTo>
                  <a:lnTo>
                    <a:pt x="1896" y="750"/>
                  </a:lnTo>
                  <a:lnTo>
                    <a:pt x="1908" y="744"/>
                  </a:lnTo>
                  <a:lnTo>
                    <a:pt x="1914" y="738"/>
                  </a:lnTo>
                  <a:lnTo>
                    <a:pt x="1932" y="714"/>
                  </a:lnTo>
                  <a:lnTo>
                    <a:pt x="1944" y="696"/>
                  </a:lnTo>
                  <a:lnTo>
                    <a:pt x="1956" y="672"/>
                  </a:lnTo>
                  <a:lnTo>
                    <a:pt x="1956" y="648"/>
                  </a:lnTo>
                  <a:lnTo>
                    <a:pt x="1926" y="486"/>
                  </a:lnTo>
                  <a:lnTo>
                    <a:pt x="1944" y="426"/>
                  </a:lnTo>
                  <a:lnTo>
                    <a:pt x="1950" y="432"/>
                  </a:lnTo>
                  <a:lnTo>
                    <a:pt x="1956" y="444"/>
                  </a:lnTo>
                  <a:lnTo>
                    <a:pt x="1962" y="456"/>
                  </a:lnTo>
                  <a:lnTo>
                    <a:pt x="1968" y="474"/>
                  </a:lnTo>
                  <a:lnTo>
                    <a:pt x="1968" y="480"/>
                  </a:lnTo>
                  <a:lnTo>
                    <a:pt x="1974" y="486"/>
                  </a:lnTo>
                  <a:lnTo>
                    <a:pt x="1974" y="492"/>
                  </a:lnTo>
                  <a:lnTo>
                    <a:pt x="1980" y="504"/>
                  </a:lnTo>
                  <a:lnTo>
                    <a:pt x="1980" y="528"/>
                  </a:lnTo>
                  <a:lnTo>
                    <a:pt x="1986" y="546"/>
                  </a:lnTo>
                  <a:lnTo>
                    <a:pt x="1986" y="570"/>
                  </a:lnTo>
                  <a:lnTo>
                    <a:pt x="1986" y="588"/>
                  </a:lnTo>
                  <a:lnTo>
                    <a:pt x="1992" y="606"/>
                  </a:lnTo>
                  <a:lnTo>
                    <a:pt x="1998" y="624"/>
                  </a:lnTo>
                  <a:lnTo>
                    <a:pt x="1998" y="642"/>
                  </a:lnTo>
                  <a:lnTo>
                    <a:pt x="2004" y="654"/>
                  </a:lnTo>
                  <a:lnTo>
                    <a:pt x="2016" y="690"/>
                  </a:lnTo>
                  <a:lnTo>
                    <a:pt x="2034" y="714"/>
                  </a:lnTo>
                  <a:lnTo>
                    <a:pt x="2058" y="726"/>
                  </a:lnTo>
                  <a:lnTo>
                    <a:pt x="2088" y="732"/>
                  </a:lnTo>
                  <a:lnTo>
                    <a:pt x="2094" y="732"/>
                  </a:lnTo>
                  <a:lnTo>
                    <a:pt x="2100" y="732"/>
                  </a:lnTo>
                  <a:lnTo>
                    <a:pt x="2106" y="732"/>
                  </a:lnTo>
                  <a:lnTo>
                    <a:pt x="2112" y="726"/>
                  </a:lnTo>
                  <a:lnTo>
                    <a:pt x="2118" y="726"/>
                  </a:lnTo>
                  <a:lnTo>
                    <a:pt x="2124" y="720"/>
                  </a:lnTo>
                  <a:lnTo>
                    <a:pt x="2130" y="714"/>
                  </a:lnTo>
                  <a:lnTo>
                    <a:pt x="2136" y="708"/>
                  </a:lnTo>
                  <a:lnTo>
                    <a:pt x="2076" y="522"/>
                  </a:lnTo>
                  <a:lnTo>
                    <a:pt x="2058" y="474"/>
                  </a:lnTo>
                  <a:lnTo>
                    <a:pt x="2076" y="408"/>
                  </a:lnTo>
                  <a:lnTo>
                    <a:pt x="2136" y="510"/>
                  </a:lnTo>
                  <a:lnTo>
                    <a:pt x="2136" y="522"/>
                  </a:lnTo>
                  <a:lnTo>
                    <a:pt x="2112" y="510"/>
                  </a:lnTo>
                  <a:lnTo>
                    <a:pt x="2112" y="522"/>
                  </a:lnTo>
                  <a:lnTo>
                    <a:pt x="2118" y="540"/>
                  </a:lnTo>
                  <a:lnTo>
                    <a:pt x="2130" y="558"/>
                  </a:lnTo>
                  <a:lnTo>
                    <a:pt x="2136" y="576"/>
                  </a:lnTo>
                  <a:lnTo>
                    <a:pt x="2142" y="600"/>
                  </a:lnTo>
                  <a:lnTo>
                    <a:pt x="2154" y="624"/>
                  </a:lnTo>
                  <a:lnTo>
                    <a:pt x="2154" y="642"/>
                  </a:lnTo>
                  <a:lnTo>
                    <a:pt x="2160" y="666"/>
                  </a:lnTo>
                  <a:lnTo>
                    <a:pt x="2160" y="684"/>
                  </a:lnTo>
                  <a:lnTo>
                    <a:pt x="2160" y="708"/>
                  </a:lnTo>
                  <a:lnTo>
                    <a:pt x="2154" y="732"/>
                  </a:lnTo>
                  <a:lnTo>
                    <a:pt x="2148" y="750"/>
                  </a:lnTo>
                  <a:lnTo>
                    <a:pt x="2142" y="768"/>
                  </a:lnTo>
                  <a:lnTo>
                    <a:pt x="2130" y="792"/>
                  </a:lnTo>
                  <a:lnTo>
                    <a:pt x="2118" y="804"/>
                  </a:lnTo>
                  <a:lnTo>
                    <a:pt x="2100" y="810"/>
                  </a:lnTo>
                  <a:lnTo>
                    <a:pt x="2076" y="816"/>
                  </a:lnTo>
                  <a:lnTo>
                    <a:pt x="2052" y="810"/>
                  </a:lnTo>
                  <a:lnTo>
                    <a:pt x="2028" y="804"/>
                  </a:lnTo>
                  <a:lnTo>
                    <a:pt x="2010" y="786"/>
                  </a:lnTo>
                  <a:lnTo>
                    <a:pt x="1992" y="762"/>
                  </a:lnTo>
                  <a:lnTo>
                    <a:pt x="1986" y="744"/>
                  </a:lnTo>
                  <a:lnTo>
                    <a:pt x="1980" y="726"/>
                  </a:lnTo>
                  <a:lnTo>
                    <a:pt x="1974" y="714"/>
                  </a:lnTo>
                  <a:lnTo>
                    <a:pt x="1968" y="696"/>
                  </a:lnTo>
                  <a:lnTo>
                    <a:pt x="1968" y="708"/>
                  </a:lnTo>
                  <a:lnTo>
                    <a:pt x="1962" y="720"/>
                  </a:lnTo>
                  <a:lnTo>
                    <a:pt x="1962" y="732"/>
                  </a:lnTo>
                  <a:lnTo>
                    <a:pt x="1962" y="744"/>
                  </a:lnTo>
                  <a:lnTo>
                    <a:pt x="1956" y="756"/>
                  </a:lnTo>
                  <a:lnTo>
                    <a:pt x="1950" y="774"/>
                  </a:lnTo>
                  <a:lnTo>
                    <a:pt x="1944" y="786"/>
                  </a:lnTo>
                  <a:lnTo>
                    <a:pt x="1932" y="804"/>
                  </a:lnTo>
                  <a:lnTo>
                    <a:pt x="1920" y="816"/>
                  </a:lnTo>
                  <a:lnTo>
                    <a:pt x="1902" y="828"/>
                  </a:lnTo>
                  <a:lnTo>
                    <a:pt x="1878" y="834"/>
                  </a:lnTo>
                  <a:lnTo>
                    <a:pt x="1854" y="834"/>
                  </a:lnTo>
                  <a:lnTo>
                    <a:pt x="1836" y="834"/>
                  </a:lnTo>
                  <a:lnTo>
                    <a:pt x="1812" y="822"/>
                  </a:lnTo>
                  <a:lnTo>
                    <a:pt x="1800" y="804"/>
                  </a:lnTo>
                  <a:lnTo>
                    <a:pt x="1788" y="786"/>
                  </a:lnTo>
                  <a:lnTo>
                    <a:pt x="1782" y="756"/>
                  </a:lnTo>
                  <a:lnTo>
                    <a:pt x="1776" y="732"/>
                  </a:lnTo>
                  <a:lnTo>
                    <a:pt x="1770" y="702"/>
                  </a:lnTo>
                  <a:lnTo>
                    <a:pt x="1770" y="672"/>
                  </a:lnTo>
                  <a:lnTo>
                    <a:pt x="1770" y="660"/>
                  </a:lnTo>
                  <a:lnTo>
                    <a:pt x="1770" y="642"/>
                  </a:lnTo>
                  <a:lnTo>
                    <a:pt x="1776" y="630"/>
                  </a:lnTo>
                  <a:lnTo>
                    <a:pt x="1776" y="618"/>
                  </a:lnTo>
                  <a:lnTo>
                    <a:pt x="1776" y="606"/>
                  </a:lnTo>
                  <a:lnTo>
                    <a:pt x="1776" y="594"/>
                  </a:lnTo>
                  <a:lnTo>
                    <a:pt x="1776" y="588"/>
                  </a:lnTo>
                  <a:lnTo>
                    <a:pt x="1776" y="582"/>
                  </a:lnTo>
                  <a:lnTo>
                    <a:pt x="1776" y="576"/>
                  </a:lnTo>
                  <a:lnTo>
                    <a:pt x="1776" y="570"/>
                  </a:lnTo>
                  <a:lnTo>
                    <a:pt x="1770" y="582"/>
                  </a:lnTo>
                  <a:lnTo>
                    <a:pt x="1758" y="600"/>
                  </a:lnTo>
                  <a:lnTo>
                    <a:pt x="1752" y="624"/>
                  </a:lnTo>
                  <a:lnTo>
                    <a:pt x="1746" y="648"/>
                  </a:lnTo>
                  <a:lnTo>
                    <a:pt x="1740" y="672"/>
                  </a:lnTo>
                  <a:lnTo>
                    <a:pt x="1734" y="690"/>
                  </a:lnTo>
                  <a:lnTo>
                    <a:pt x="1734" y="714"/>
                  </a:lnTo>
                  <a:lnTo>
                    <a:pt x="1728" y="732"/>
                  </a:lnTo>
                  <a:lnTo>
                    <a:pt x="1722" y="750"/>
                  </a:lnTo>
                  <a:lnTo>
                    <a:pt x="1722" y="762"/>
                  </a:lnTo>
                  <a:lnTo>
                    <a:pt x="1722" y="774"/>
                  </a:lnTo>
                  <a:lnTo>
                    <a:pt x="1722" y="780"/>
                  </a:lnTo>
                  <a:lnTo>
                    <a:pt x="1716" y="780"/>
                  </a:lnTo>
                  <a:lnTo>
                    <a:pt x="1716" y="786"/>
                  </a:lnTo>
                  <a:lnTo>
                    <a:pt x="1710" y="792"/>
                  </a:lnTo>
                  <a:lnTo>
                    <a:pt x="1710" y="798"/>
                  </a:lnTo>
                  <a:lnTo>
                    <a:pt x="1734" y="1026"/>
                  </a:lnTo>
                  <a:lnTo>
                    <a:pt x="1734" y="1032"/>
                  </a:lnTo>
                  <a:lnTo>
                    <a:pt x="1740" y="1038"/>
                  </a:lnTo>
                  <a:lnTo>
                    <a:pt x="1740" y="1044"/>
                  </a:lnTo>
                  <a:lnTo>
                    <a:pt x="1740" y="1050"/>
                  </a:lnTo>
                  <a:lnTo>
                    <a:pt x="1740" y="1062"/>
                  </a:lnTo>
                  <a:lnTo>
                    <a:pt x="1740" y="1068"/>
                  </a:lnTo>
                  <a:lnTo>
                    <a:pt x="1740" y="1074"/>
                  </a:lnTo>
                  <a:lnTo>
                    <a:pt x="1740" y="1086"/>
                  </a:lnTo>
                  <a:lnTo>
                    <a:pt x="1740" y="1098"/>
                  </a:lnTo>
                  <a:lnTo>
                    <a:pt x="1740" y="1110"/>
                  </a:lnTo>
                  <a:lnTo>
                    <a:pt x="1740" y="1116"/>
                  </a:lnTo>
                  <a:lnTo>
                    <a:pt x="1734" y="1128"/>
                  </a:lnTo>
                  <a:lnTo>
                    <a:pt x="1734" y="1140"/>
                  </a:lnTo>
                  <a:lnTo>
                    <a:pt x="1734" y="1152"/>
                  </a:lnTo>
                  <a:lnTo>
                    <a:pt x="1734" y="1164"/>
                  </a:lnTo>
                  <a:lnTo>
                    <a:pt x="1728" y="1176"/>
                  </a:lnTo>
                  <a:lnTo>
                    <a:pt x="1758" y="1164"/>
                  </a:lnTo>
                  <a:lnTo>
                    <a:pt x="1782" y="1152"/>
                  </a:lnTo>
                  <a:lnTo>
                    <a:pt x="1806" y="1146"/>
                  </a:lnTo>
                  <a:lnTo>
                    <a:pt x="1824" y="1146"/>
                  </a:lnTo>
                  <a:lnTo>
                    <a:pt x="1842" y="1140"/>
                  </a:lnTo>
                  <a:lnTo>
                    <a:pt x="1860" y="1140"/>
                  </a:lnTo>
                  <a:lnTo>
                    <a:pt x="1866" y="1134"/>
                  </a:lnTo>
                  <a:lnTo>
                    <a:pt x="1872" y="1134"/>
                  </a:lnTo>
                  <a:lnTo>
                    <a:pt x="1866" y="1122"/>
                  </a:lnTo>
                  <a:lnTo>
                    <a:pt x="1860" y="1110"/>
                  </a:lnTo>
                  <a:lnTo>
                    <a:pt x="1854" y="1104"/>
                  </a:lnTo>
                  <a:lnTo>
                    <a:pt x="1854" y="1092"/>
                  </a:lnTo>
                  <a:lnTo>
                    <a:pt x="1848" y="1080"/>
                  </a:lnTo>
                  <a:lnTo>
                    <a:pt x="1848" y="1068"/>
                  </a:lnTo>
                  <a:lnTo>
                    <a:pt x="1848" y="1056"/>
                  </a:lnTo>
                  <a:lnTo>
                    <a:pt x="1848" y="1044"/>
                  </a:lnTo>
                  <a:lnTo>
                    <a:pt x="1848" y="1020"/>
                  </a:lnTo>
                  <a:lnTo>
                    <a:pt x="1860" y="990"/>
                  </a:lnTo>
                  <a:lnTo>
                    <a:pt x="1872" y="960"/>
                  </a:lnTo>
                  <a:lnTo>
                    <a:pt x="1890" y="936"/>
                  </a:lnTo>
                  <a:lnTo>
                    <a:pt x="1908" y="912"/>
                  </a:lnTo>
                  <a:lnTo>
                    <a:pt x="1926" y="894"/>
                  </a:lnTo>
                  <a:lnTo>
                    <a:pt x="1938" y="882"/>
                  </a:lnTo>
                  <a:lnTo>
                    <a:pt x="1956" y="882"/>
                  </a:lnTo>
                  <a:lnTo>
                    <a:pt x="1962" y="882"/>
                  </a:lnTo>
                  <a:lnTo>
                    <a:pt x="1974" y="894"/>
                  </a:lnTo>
                  <a:lnTo>
                    <a:pt x="1986" y="906"/>
                  </a:lnTo>
                  <a:lnTo>
                    <a:pt x="1992" y="924"/>
                  </a:lnTo>
                  <a:lnTo>
                    <a:pt x="2004" y="942"/>
                  </a:lnTo>
                  <a:lnTo>
                    <a:pt x="2022" y="960"/>
                  </a:lnTo>
                  <a:lnTo>
                    <a:pt x="2040" y="966"/>
                  </a:lnTo>
                  <a:lnTo>
                    <a:pt x="2064" y="972"/>
                  </a:lnTo>
                  <a:lnTo>
                    <a:pt x="2082" y="966"/>
                  </a:lnTo>
                  <a:lnTo>
                    <a:pt x="2106" y="954"/>
                  </a:lnTo>
                  <a:lnTo>
                    <a:pt x="2124" y="930"/>
                  </a:lnTo>
                  <a:lnTo>
                    <a:pt x="2148" y="900"/>
                  </a:lnTo>
                  <a:lnTo>
                    <a:pt x="2154" y="894"/>
                  </a:lnTo>
                  <a:lnTo>
                    <a:pt x="2154" y="888"/>
                  </a:lnTo>
                  <a:lnTo>
                    <a:pt x="2160" y="876"/>
                  </a:lnTo>
                  <a:lnTo>
                    <a:pt x="2166" y="870"/>
                  </a:lnTo>
                  <a:lnTo>
                    <a:pt x="2166" y="876"/>
                  </a:lnTo>
                  <a:lnTo>
                    <a:pt x="2172" y="888"/>
                  </a:lnTo>
                  <a:lnTo>
                    <a:pt x="2172" y="894"/>
                  </a:lnTo>
                  <a:lnTo>
                    <a:pt x="2172" y="906"/>
                  </a:lnTo>
                  <a:lnTo>
                    <a:pt x="2178" y="918"/>
                  </a:lnTo>
                  <a:lnTo>
                    <a:pt x="2184" y="930"/>
                  </a:lnTo>
                  <a:lnTo>
                    <a:pt x="2196" y="936"/>
                  </a:lnTo>
                  <a:lnTo>
                    <a:pt x="2202" y="942"/>
                  </a:lnTo>
                  <a:lnTo>
                    <a:pt x="2220" y="936"/>
                  </a:lnTo>
                  <a:lnTo>
                    <a:pt x="2232" y="930"/>
                  </a:lnTo>
                  <a:lnTo>
                    <a:pt x="2250" y="918"/>
                  </a:lnTo>
                  <a:lnTo>
                    <a:pt x="2262" y="900"/>
                  </a:lnTo>
                  <a:lnTo>
                    <a:pt x="2274" y="876"/>
                  </a:lnTo>
                  <a:lnTo>
                    <a:pt x="2286" y="858"/>
                  </a:lnTo>
                  <a:lnTo>
                    <a:pt x="2298" y="846"/>
                  </a:lnTo>
                  <a:lnTo>
                    <a:pt x="2298" y="840"/>
                  </a:lnTo>
                  <a:lnTo>
                    <a:pt x="2298" y="858"/>
                  </a:lnTo>
                  <a:lnTo>
                    <a:pt x="2304" y="876"/>
                  </a:lnTo>
                  <a:lnTo>
                    <a:pt x="2310" y="894"/>
                  </a:lnTo>
                  <a:lnTo>
                    <a:pt x="2322" y="906"/>
                  </a:lnTo>
                  <a:lnTo>
                    <a:pt x="2334" y="918"/>
                  </a:lnTo>
                  <a:lnTo>
                    <a:pt x="2346" y="924"/>
                  </a:lnTo>
                  <a:lnTo>
                    <a:pt x="2358" y="930"/>
                  </a:lnTo>
                  <a:lnTo>
                    <a:pt x="2376" y="930"/>
                  </a:lnTo>
                  <a:lnTo>
                    <a:pt x="2394" y="930"/>
                  </a:lnTo>
                  <a:lnTo>
                    <a:pt x="2406" y="924"/>
                  </a:lnTo>
                  <a:lnTo>
                    <a:pt x="2418" y="918"/>
                  </a:lnTo>
                  <a:lnTo>
                    <a:pt x="2424" y="906"/>
                  </a:lnTo>
                  <a:lnTo>
                    <a:pt x="2424" y="900"/>
                  </a:lnTo>
                  <a:lnTo>
                    <a:pt x="2424" y="894"/>
                  </a:lnTo>
                  <a:lnTo>
                    <a:pt x="2430" y="888"/>
                  </a:lnTo>
                  <a:lnTo>
                    <a:pt x="2430" y="876"/>
                  </a:lnTo>
                  <a:lnTo>
                    <a:pt x="2418" y="852"/>
                  </a:lnTo>
                  <a:lnTo>
                    <a:pt x="2412" y="834"/>
                  </a:lnTo>
                  <a:lnTo>
                    <a:pt x="2406" y="816"/>
                  </a:lnTo>
                  <a:lnTo>
                    <a:pt x="2394" y="804"/>
                  </a:lnTo>
                  <a:lnTo>
                    <a:pt x="2376" y="762"/>
                  </a:lnTo>
                  <a:lnTo>
                    <a:pt x="2364" y="732"/>
                  </a:lnTo>
                  <a:lnTo>
                    <a:pt x="2352" y="702"/>
                  </a:lnTo>
                  <a:lnTo>
                    <a:pt x="2346" y="690"/>
                  </a:lnTo>
                  <a:lnTo>
                    <a:pt x="2346" y="684"/>
                  </a:lnTo>
                  <a:lnTo>
                    <a:pt x="2340" y="672"/>
                  </a:lnTo>
                  <a:lnTo>
                    <a:pt x="2334" y="660"/>
                  </a:lnTo>
                  <a:lnTo>
                    <a:pt x="2328" y="648"/>
                  </a:lnTo>
                  <a:lnTo>
                    <a:pt x="2328" y="642"/>
                  </a:lnTo>
                  <a:lnTo>
                    <a:pt x="2328" y="636"/>
                  </a:lnTo>
                  <a:lnTo>
                    <a:pt x="2322" y="624"/>
                  </a:lnTo>
                  <a:lnTo>
                    <a:pt x="2322" y="618"/>
                  </a:lnTo>
                  <a:lnTo>
                    <a:pt x="2334" y="540"/>
                  </a:lnTo>
                  <a:lnTo>
                    <a:pt x="2412" y="654"/>
                  </a:lnTo>
                  <a:lnTo>
                    <a:pt x="2412" y="672"/>
                  </a:lnTo>
                  <a:lnTo>
                    <a:pt x="2376" y="648"/>
                  </a:lnTo>
                  <a:lnTo>
                    <a:pt x="2376" y="654"/>
                  </a:lnTo>
                  <a:lnTo>
                    <a:pt x="2376" y="660"/>
                  </a:lnTo>
                  <a:lnTo>
                    <a:pt x="2394" y="690"/>
                  </a:lnTo>
                  <a:lnTo>
                    <a:pt x="2412" y="720"/>
                  </a:lnTo>
                  <a:lnTo>
                    <a:pt x="2424" y="750"/>
                  </a:lnTo>
                  <a:lnTo>
                    <a:pt x="2436" y="786"/>
                  </a:lnTo>
                  <a:lnTo>
                    <a:pt x="2448" y="810"/>
                  </a:lnTo>
                  <a:lnTo>
                    <a:pt x="2448" y="834"/>
                  </a:lnTo>
                  <a:lnTo>
                    <a:pt x="2454" y="852"/>
                  </a:lnTo>
                  <a:lnTo>
                    <a:pt x="2454" y="876"/>
                  </a:lnTo>
                  <a:close/>
                  <a:moveTo>
                    <a:pt x="2316" y="1164"/>
                  </a:moveTo>
                  <a:lnTo>
                    <a:pt x="2310" y="1182"/>
                  </a:lnTo>
                  <a:lnTo>
                    <a:pt x="2310" y="1200"/>
                  </a:lnTo>
                  <a:lnTo>
                    <a:pt x="2298" y="1206"/>
                  </a:lnTo>
                  <a:lnTo>
                    <a:pt x="2286" y="1212"/>
                  </a:lnTo>
                  <a:lnTo>
                    <a:pt x="2280" y="1206"/>
                  </a:lnTo>
                  <a:lnTo>
                    <a:pt x="2274" y="1206"/>
                  </a:lnTo>
                  <a:lnTo>
                    <a:pt x="2268" y="1206"/>
                  </a:lnTo>
                  <a:lnTo>
                    <a:pt x="2262" y="1200"/>
                  </a:lnTo>
                  <a:lnTo>
                    <a:pt x="2238" y="1224"/>
                  </a:lnTo>
                  <a:lnTo>
                    <a:pt x="2232" y="1230"/>
                  </a:lnTo>
                  <a:lnTo>
                    <a:pt x="2226" y="1230"/>
                  </a:lnTo>
                  <a:lnTo>
                    <a:pt x="2220" y="1230"/>
                  </a:lnTo>
                  <a:lnTo>
                    <a:pt x="2214" y="1230"/>
                  </a:lnTo>
                  <a:lnTo>
                    <a:pt x="2208" y="1230"/>
                  </a:lnTo>
                  <a:lnTo>
                    <a:pt x="2202" y="1224"/>
                  </a:lnTo>
                  <a:lnTo>
                    <a:pt x="2196" y="1224"/>
                  </a:lnTo>
                  <a:lnTo>
                    <a:pt x="2190" y="1224"/>
                  </a:lnTo>
                  <a:lnTo>
                    <a:pt x="2190" y="1218"/>
                  </a:lnTo>
                  <a:lnTo>
                    <a:pt x="2184" y="1218"/>
                  </a:lnTo>
                  <a:lnTo>
                    <a:pt x="2172" y="1218"/>
                  </a:lnTo>
                  <a:lnTo>
                    <a:pt x="2160" y="1224"/>
                  </a:lnTo>
                  <a:lnTo>
                    <a:pt x="2148" y="1230"/>
                  </a:lnTo>
                  <a:lnTo>
                    <a:pt x="2142" y="1242"/>
                  </a:lnTo>
                  <a:lnTo>
                    <a:pt x="2112" y="1272"/>
                  </a:lnTo>
                  <a:lnTo>
                    <a:pt x="2076" y="1302"/>
                  </a:lnTo>
                  <a:lnTo>
                    <a:pt x="2040" y="1320"/>
                  </a:lnTo>
                  <a:lnTo>
                    <a:pt x="1998" y="1338"/>
                  </a:lnTo>
                  <a:lnTo>
                    <a:pt x="1980" y="1338"/>
                  </a:lnTo>
                  <a:lnTo>
                    <a:pt x="1992" y="1332"/>
                  </a:lnTo>
                  <a:lnTo>
                    <a:pt x="2004" y="1326"/>
                  </a:lnTo>
                  <a:lnTo>
                    <a:pt x="2016" y="1320"/>
                  </a:lnTo>
                  <a:lnTo>
                    <a:pt x="2028" y="1308"/>
                  </a:lnTo>
                  <a:lnTo>
                    <a:pt x="2052" y="1296"/>
                  </a:lnTo>
                  <a:lnTo>
                    <a:pt x="2070" y="1278"/>
                  </a:lnTo>
                  <a:lnTo>
                    <a:pt x="2094" y="1260"/>
                  </a:lnTo>
                  <a:lnTo>
                    <a:pt x="2112" y="1236"/>
                  </a:lnTo>
                  <a:lnTo>
                    <a:pt x="2130" y="1224"/>
                  </a:lnTo>
                  <a:lnTo>
                    <a:pt x="2142" y="1212"/>
                  </a:lnTo>
                  <a:lnTo>
                    <a:pt x="2154" y="1206"/>
                  </a:lnTo>
                  <a:lnTo>
                    <a:pt x="2160" y="1200"/>
                  </a:lnTo>
                  <a:lnTo>
                    <a:pt x="2172" y="1194"/>
                  </a:lnTo>
                  <a:lnTo>
                    <a:pt x="2178" y="1188"/>
                  </a:lnTo>
                  <a:lnTo>
                    <a:pt x="2184" y="1188"/>
                  </a:lnTo>
                  <a:lnTo>
                    <a:pt x="2190" y="1188"/>
                  </a:lnTo>
                  <a:lnTo>
                    <a:pt x="2196" y="1188"/>
                  </a:lnTo>
                  <a:lnTo>
                    <a:pt x="2202" y="1188"/>
                  </a:lnTo>
                  <a:lnTo>
                    <a:pt x="2208" y="1194"/>
                  </a:lnTo>
                  <a:lnTo>
                    <a:pt x="2214" y="1194"/>
                  </a:lnTo>
                  <a:lnTo>
                    <a:pt x="2220" y="1194"/>
                  </a:lnTo>
                  <a:lnTo>
                    <a:pt x="2226" y="1200"/>
                  </a:lnTo>
                  <a:lnTo>
                    <a:pt x="2232" y="1194"/>
                  </a:lnTo>
                  <a:lnTo>
                    <a:pt x="2238" y="1194"/>
                  </a:lnTo>
                  <a:lnTo>
                    <a:pt x="2244" y="1194"/>
                  </a:lnTo>
                  <a:lnTo>
                    <a:pt x="2250" y="1188"/>
                  </a:lnTo>
                  <a:lnTo>
                    <a:pt x="2250" y="1182"/>
                  </a:lnTo>
                  <a:lnTo>
                    <a:pt x="2256" y="1176"/>
                  </a:lnTo>
                  <a:lnTo>
                    <a:pt x="2256" y="1164"/>
                  </a:lnTo>
                  <a:lnTo>
                    <a:pt x="2262" y="1158"/>
                  </a:lnTo>
                  <a:lnTo>
                    <a:pt x="2268" y="1152"/>
                  </a:lnTo>
                  <a:lnTo>
                    <a:pt x="2268" y="1164"/>
                  </a:lnTo>
                  <a:lnTo>
                    <a:pt x="2274" y="1170"/>
                  </a:lnTo>
                  <a:lnTo>
                    <a:pt x="2274" y="1176"/>
                  </a:lnTo>
                  <a:lnTo>
                    <a:pt x="2298" y="1182"/>
                  </a:lnTo>
                  <a:lnTo>
                    <a:pt x="2298" y="1170"/>
                  </a:lnTo>
                  <a:lnTo>
                    <a:pt x="2298" y="1158"/>
                  </a:lnTo>
                  <a:lnTo>
                    <a:pt x="2298" y="1152"/>
                  </a:lnTo>
                  <a:lnTo>
                    <a:pt x="2304" y="1146"/>
                  </a:lnTo>
                  <a:lnTo>
                    <a:pt x="2310" y="1140"/>
                  </a:lnTo>
                  <a:lnTo>
                    <a:pt x="2310" y="1134"/>
                  </a:lnTo>
                  <a:lnTo>
                    <a:pt x="2316" y="1140"/>
                  </a:lnTo>
                  <a:lnTo>
                    <a:pt x="2316" y="1146"/>
                  </a:lnTo>
                  <a:lnTo>
                    <a:pt x="2316" y="1152"/>
                  </a:lnTo>
                  <a:lnTo>
                    <a:pt x="2316" y="1164"/>
                  </a:lnTo>
                  <a:close/>
                  <a:moveTo>
                    <a:pt x="2286" y="384"/>
                  </a:moveTo>
                  <a:lnTo>
                    <a:pt x="2268" y="378"/>
                  </a:lnTo>
                  <a:lnTo>
                    <a:pt x="2256" y="366"/>
                  </a:lnTo>
                  <a:lnTo>
                    <a:pt x="2250" y="348"/>
                  </a:lnTo>
                  <a:lnTo>
                    <a:pt x="2250" y="330"/>
                  </a:lnTo>
                  <a:lnTo>
                    <a:pt x="2250" y="318"/>
                  </a:lnTo>
                  <a:lnTo>
                    <a:pt x="2256" y="300"/>
                  </a:lnTo>
                  <a:lnTo>
                    <a:pt x="2262" y="276"/>
                  </a:lnTo>
                  <a:lnTo>
                    <a:pt x="2274" y="252"/>
                  </a:lnTo>
                  <a:lnTo>
                    <a:pt x="2286" y="222"/>
                  </a:lnTo>
                  <a:lnTo>
                    <a:pt x="2298" y="204"/>
                  </a:lnTo>
                  <a:lnTo>
                    <a:pt x="2310" y="180"/>
                  </a:lnTo>
                  <a:lnTo>
                    <a:pt x="2316" y="168"/>
                  </a:lnTo>
                  <a:lnTo>
                    <a:pt x="2310" y="186"/>
                  </a:lnTo>
                  <a:lnTo>
                    <a:pt x="2304" y="204"/>
                  </a:lnTo>
                  <a:lnTo>
                    <a:pt x="2304" y="216"/>
                  </a:lnTo>
                  <a:lnTo>
                    <a:pt x="2298" y="228"/>
                  </a:lnTo>
                  <a:lnTo>
                    <a:pt x="2286" y="258"/>
                  </a:lnTo>
                  <a:lnTo>
                    <a:pt x="2280" y="282"/>
                  </a:lnTo>
                  <a:lnTo>
                    <a:pt x="2274" y="306"/>
                  </a:lnTo>
                  <a:lnTo>
                    <a:pt x="2274" y="318"/>
                  </a:lnTo>
                  <a:lnTo>
                    <a:pt x="2274" y="330"/>
                  </a:lnTo>
                  <a:lnTo>
                    <a:pt x="2280" y="336"/>
                  </a:lnTo>
                  <a:lnTo>
                    <a:pt x="2280" y="342"/>
                  </a:lnTo>
                  <a:lnTo>
                    <a:pt x="2286" y="348"/>
                  </a:lnTo>
                  <a:lnTo>
                    <a:pt x="2298" y="342"/>
                  </a:lnTo>
                  <a:lnTo>
                    <a:pt x="2304" y="342"/>
                  </a:lnTo>
                  <a:lnTo>
                    <a:pt x="2310" y="330"/>
                  </a:lnTo>
                  <a:lnTo>
                    <a:pt x="2316" y="324"/>
                  </a:lnTo>
                  <a:lnTo>
                    <a:pt x="2322" y="318"/>
                  </a:lnTo>
                  <a:lnTo>
                    <a:pt x="2322" y="312"/>
                  </a:lnTo>
                  <a:lnTo>
                    <a:pt x="2322" y="306"/>
                  </a:lnTo>
                  <a:lnTo>
                    <a:pt x="2328" y="300"/>
                  </a:lnTo>
                  <a:lnTo>
                    <a:pt x="2328" y="306"/>
                  </a:lnTo>
                  <a:lnTo>
                    <a:pt x="2328" y="312"/>
                  </a:lnTo>
                  <a:lnTo>
                    <a:pt x="2328" y="318"/>
                  </a:lnTo>
                  <a:lnTo>
                    <a:pt x="2328" y="324"/>
                  </a:lnTo>
                  <a:lnTo>
                    <a:pt x="2328" y="330"/>
                  </a:lnTo>
                  <a:lnTo>
                    <a:pt x="2322" y="336"/>
                  </a:lnTo>
                  <a:lnTo>
                    <a:pt x="2322" y="342"/>
                  </a:lnTo>
                  <a:lnTo>
                    <a:pt x="2322" y="348"/>
                  </a:lnTo>
                  <a:lnTo>
                    <a:pt x="2316" y="360"/>
                  </a:lnTo>
                  <a:lnTo>
                    <a:pt x="2310" y="372"/>
                  </a:lnTo>
                  <a:lnTo>
                    <a:pt x="2298" y="378"/>
                  </a:lnTo>
                  <a:lnTo>
                    <a:pt x="2286" y="384"/>
                  </a:lnTo>
                  <a:close/>
                  <a:moveTo>
                    <a:pt x="1608" y="1176"/>
                  </a:moveTo>
                  <a:lnTo>
                    <a:pt x="1590" y="1170"/>
                  </a:lnTo>
                  <a:lnTo>
                    <a:pt x="1578" y="1164"/>
                  </a:lnTo>
                  <a:lnTo>
                    <a:pt x="1572" y="1146"/>
                  </a:lnTo>
                  <a:lnTo>
                    <a:pt x="1566" y="1122"/>
                  </a:lnTo>
                  <a:lnTo>
                    <a:pt x="1572" y="1110"/>
                  </a:lnTo>
                  <a:lnTo>
                    <a:pt x="1572" y="1092"/>
                  </a:lnTo>
                  <a:lnTo>
                    <a:pt x="1584" y="1068"/>
                  </a:lnTo>
                  <a:lnTo>
                    <a:pt x="1596" y="1044"/>
                  </a:lnTo>
                  <a:lnTo>
                    <a:pt x="1608" y="1020"/>
                  </a:lnTo>
                  <a:lnTo>
                    <a:pt x="1620" y="996"/>
                  </a:lnTo>
                  <a:lnTo>
                    <a:pt x="1632" y="978"/>
                  </a:lnTo>
                  <a:lnTo>
                    <a:pt x="1638" y="960"/>
                  </a:lnTo>
                  <a:lnTo>
                    <a:pt x="1632" y="978"/>
                  </a:lnTo>
                  <a:lnTo>
                    <a:pt x="1626" y="996"/>
                  </a:lnTo>
                  <a:lnTo>
                    <a:pt x="1620" y="1008"/>
                  </a:lnTo>
                  <a:lnTo>
                    <a:pt x="1620" y="1020"/>
                  </a:lnTo>
                  <a:lnTo>
                    <a:pt x="1608" y="1050"/>
                  </a:lnTo>
                  <a:lnTo>
                    <a:pt x="1602" y="1080"/>
                  </a:lnTo>
                  <a:lnTo>
                    <a:pt x="1596" y="1098"/>
                  </a:lnTo>
                  <a:lnTo>
                    <a:pt x="1596" y="1110"/>
                  </a:lnTo>
                  <a:lnTo>
                    <a:pt x="1596" y="1122"/>
                  </a:lnTo>
                  <a:lnTo>
                    <a:pt x="1596" y="1128"/>
                  </a:lnTo>
                  <a:lnTo>
                    <a:pt x="1602" y="1134"/>
                  </a:lnTo>
                  <a:lnTo>
                    <a:pt x="1608" y="1140"/>
                  </a:lnTo>
                  <a:lnTo>
                    <a:pt x="1620" y="1134"/>
                  </a:lnTo>
                  <a:lnTo>
                    <a:pt x="1626" y="1134"/>
                  </a:lnTo>
                  <a:lnTo>
                    <a:pt x="1632" y="1122"/>
                  </a:lnTo>
                  <a:lnTo>
                    <a:pt x="1638" y="1116"/>
                  </a:lnTo>
                  <a:lnTo>
                    <a:pt x="1644" y="1110"/>
                  </a:lnTo>
                  <a:lnTo>
                    <a:pt x="1644" y="1104"/>
                  </a:lnTo>
                  <a:lnTo>
                    <a:pt x="1644" y="1098"/>
                  </a:lnTo>
                  <a:lnTo>
                    <a:pt x="1650" y="1092"/>
                  </a:lnTo>
                  <a:lnTo>
                    <a:pt x="1650" y="1098"/>
                  </a:lnTo>
                  <a:lnTo>
                    <a:pt x="1650" y="1104"/>
                  </a:lnTo>
                  <a:lnTo>
                    <a:pt x="1650" y="1110"/>
                  </a:lnTo>
                  <a:lnTo>
                    <a:pt x="1650" y="1116"/>
                  </a:lnTo>
                  <a:lnTo>
                    <a:pt x="1650" y="1122"/>
                  </a:lnTo>
                  <a:lnTo>
                    <a:pt x="1644" y="1128"/>
                  </a:lnTo>
                  <a:lnTo>
                    <a:pt x="1644" y="1134"/>
                  </a:lnTo>
                  <a:lnTo>
                    <a:pt x="1644" y="1140"/>
                  </a:lnTo>
                  <a:lnTo>
                    <a:pt x="1638" y="1152"/>
                  </a:lnTo>
                  <a:lnTo>
                    <a:pt x="1626" y="1164"/>
                  </a:lnTo>
                  <a:lnTo>
                    <a:pt x="1614" y="1176"/>
                  </a:lnTo>
                  <a:lnTo>
                    <a:pt x="1602" y="1176"/>
                  </a:lnTo>
                  <a:lnTo>
                    <a:pt x="1608" y="1176"/>
                  </a:lnTo>
                  <a:close/>
                  <a:moveTo>
                    <a:pt x="1236" y="54"/>
                  </a:moveTo>
                  <a:lnTo>
                    <a:pt x="1236" y="96"/>
                  </a:lnTo>
                  <a:lnTo>
                    <a:pt x="1224" y="96"/>
                  </a:lnTo>
                  <a:lnTo>
                    <a:pt x="1218" y="90"/>
                  </a:lnTo>
                  <a:lnTo>
                    <a:pt x="1212" y="84"/>
                  </a:lnTo>
                  <a:lnTo>
                    <a:pt x="1212" y="78"/>
                  </a:lnTo>
                  <a:lnTo>
                    <a:pt x="1206" y="78"/>
                  </a:lnTo>
                  <a:lnTo>
                    <a:pt x="1200" y="78"/>
                  </a:lnTo>
                  <a:lnTo>
                    <a:pt x="1194" y="78"/>
                  </a:lnTo>
                  <a:lnTo>
                    <a:pt x="1194" y="84"/>
                  </a:lnTo>
                  <a:lnTo>
                    <a:pt x="1188" y="90"/>
                  </a:lnTo>
                  <a:lnTo>
                    <a:pt x="1182" y="102"/>
                  </a:lnTo>
                  <a:lnTo>
                    <a:pt x="1176" y="114"/>
                  </a:lnTo>
                  <a:lnTo>
                    <a:pt x="1170" y="138"/>
                  </a:lnTo>
                  <a:lnTo>
                    <a:pt x="1158" y="174"/>
                  </a:lnTo>
                  <a:lnTo>
                    <a:pt x="1152" y="216"/>
                  </a:lnTo>
                  <a:lnTo>
                    <a:pt x="1140" y="216"/>
                  </a:lnTo>
                  <a:lnTo>
                    <a:pt x="1134" y="198"/>
                  </a:lnTo>
                  <a:lnTo>
                    <a:pt x="1134" y="180"/>
                  </a:lnTo>
                  <a:lnTo>
                    <a:pt x="1128" y="162"/>
                  </a:lnTo>
                  <a:lnTo>
                    <a:pt x="1122" y="156"/>
                  </a:lnTo>
                  <a:lnTo>
                    <a:pt x="1116" y="144"/>
                  </a:lnTo>
                  <a:lnTo>
                    <a:pt x="1110" y="138"/>
                  </a:lnTo>
                  <a:lnTo>
                    <a:pt x="1104" y="132"/>
                  </a:lnTo>
                  <a:lnTo>
                    <a:pt x="1098" y="132"/>
                  </a:lnTo>
                  <a:lnTo>
                    <a:pt x="1092" y="132"/>
                  </a:lnTo>
                  <a:lnTo>
                    <a:pt x="1080" y="132"/>
                  </a:lnTo>
                  <a:lnTo>
                    <a:pt x="1074" y="132"/>
                  </a:lnTo>
                  <a:lnTo>
                    <a:pt x="1062" y="126"/>
                  </a:lnTo>
                  <a:lnTo>
                    <a:pt x="1056" y="126"/>
                  </a:lnTo>
                  <a:lnTo>
                    <a:pt x="1050" y="114"/>
                  </a:lnTo>
                  <a:lnTo>
                    <a:pt x="1044" y="108"/>
                  </a:lnTo>
                  <a:lnTo>
                    <a:pt x="1044" y="96"/>
                  </a:lnTo>
                  <a:lnTo>
                    <a:pt x="1044" y="78"/>
                  </a:lnTo>
                  <a:lnTo>
                    <a:pt x="1050" y="72"/>
                  </a:lnTo>
                  <a:lnTo>
                    <a:pt x="1056" y="66"/>
                  </a:lnTo>
                  <a:lnTo>
                    <a:pt x="1068" y="60"/>
                  </a:lnTo>
                  <a:lnTo>
                    <a:pt x="1086" y="66"/>
                  </a:lnTo>
                  <a:lnTo>
                    <a:pt x="1098" y="78"/>
                  </a:lnTo>
                  <a:lnTo>
                    <a:pt x="1116" y="90"/>
                  </a:lnTo>
                  <a:lnTo>
                    <a:pt x="1128" y="114"/>
                  </a:lnTo>
                  <a:lnTo>
                    <a:pt x="1134" y="132"/>
                  </a:lnTo>
                  <a:lnTo>
                    <a:pt x="1140" y="144"/>
                  </a:lnTo>
                  <a:lnTo>
                    <a:pt x="1146" y="156"/>
                  </a:lnTo>
                  <a:lnTo>
                    <a:pt x="1146" y="162"/>
                  </a:lnTo>
                  <a:lnTo>
                    <a:pt x="1152" y="138"/>
                  </a:lnTo>
                  <a:lnTo>
                    <a:pt x="1158" y="114"/>
                  </a:lnTo>
                  <a:lnTo>
                    <a:pt x="1164" y="96"/>
                  </a:lnTo>
                  <a:lnTo>
                    <a:pt x="1164" y="90"/>
                  </a:lnTo>
                  <a:lnTo>
                    <a:pt x="1176" y="60"/>
                  </a:lnTo>
                  <a:lnTo>
                    <a:pt x="1188" y="42"/>
                  </a:lnTo>
                  <a:lnTo>
                    <a:pt x="1200" y="30"/>
                  </a:lnTo>
                  <a:lnTo>
                    <a:pt x="1206" y="24"/>
                  </a:lnTo>
                  <a:lnTo>
                    <a:pt x="1212" y="30"/>
                  </a:lnTo>
                  <a:lnTo>
                    <a:pt x="1224" y="36"/>
                  </a:lnTo>
                  <a:lnTo>
                    <a:pt x="1230" y="42"/>
                  </a:lnTo>
                  <a:lnTo>
                    <a:pt x="1236" y="54"/>
                  </a:lnTo>
                  <a:close/>
                  <a:moveTo>
                    <a:pt x="1338" y="660"/>
                  </a:moveTo>
                  <a:lnTo>
                    <a:pt x="1338" y="672"/>
                  </a:lnTo>
                  <a:lnTo>
                    <a:pt x="1332" y="684"/>
                  </a:lnTo>
                  <a:lnTo>
                    <a:pt x="1332" y="690"/>
                  </a:lnTo>
                  <a:lnTo>
                    <a:pt x="1326" y="696"/>
                  </a:lnTo>
                  <a:lnTo>
                    <a:pt x="1320" y="696"/>
                  </a:lnTo>
                  <a:lnTo>
                    <a:pt x="1314" y="696"/>
                  </a:lnTo>
                  <a:lnTo>
                    <a:pt x="1308" y="702"/>
                  </a:lnTo>
                  <a:lnTo>
                    <a:pt x="1302" y="696"/>
                  </a:lnTo>
                  <a:lnTo>
                    <a:pt x="1296" y="696"/>
                  </a:lnTo>
                  <a:lnTo>
                    <a:pt x="1290" y="690"/>
                  </a:lnTo>
                  <a:lnTo>
                    <a:pt x="1290" y="684"/>
                  </a:lnTo>
                  <a:lnTo>
                    <a:pt x="1284" y="678"/>
                  </a:lnTo>
                  <a:lnTo>
                    <a:pt x="1278" y="690"/>
                  </a:lnTo>
                  <a:lnTo>
                    <a:pt x="1272" y="702"/>
                  </a:lnTo>
                  <a:lnTo>
                    <a:pt x="1266" y="702"/>
                  </a:lnTo>
                  <a:lnTo>
                    <a:pt x="1260" y="708"/>
                  </a:lnTo>
                  <a:lnTo>
                    <a:pt x="1248" y="708"/>
                  </a:lnTo>
                  <a:lnTo>
                    <a:pt x="1248" y="702"/>
                  </a:lnTo>
                  <a:lnTo>
                    <a:pt x="1242" y="702"/>
                  </a:lnTo>
                  <a:lnTo>
                    <a:pt x="1242" y="696"/>
                  </a:lnTo>
                  <a:lnTo>
                    <a:pt x="1236" y="690"/>
                  </a:lnTo>
                  <a:lnTo>
                    <a:pt x="1236" y="678"/>
                  </a:lnTo>
                  <a:lnTo>
                    <a:pt x="1236" y="672"/>
                  </a:lnTo>
                  <a:lnTo>
                    <a:pt x="1236" y="660"/>
                  </a:lnTo>
                  <a:lnTo>
                    <a:pt x="1236" y="636"/>
                  </a:lnTo>
                  <a:lnTo>
                    <a:pt x="1224" y="648"/>
                  </a:lnTo>
                  <a:lnTo>
                    <a:pt x="1224" y="642"/>
                  </a:lnTo>
                  <a:lnTo>
                    <a:pt x="1248" y="612"/>
                  </a:lnTo>
                  <a:lnTo>
                    <a:pt x="1248" y="636"/>
                  </a:lnTo>
                  <a:lnTo>
                    <a:pt x="1248" y="648"/>
                  </a:lnTo>
                  <a:lnTo>
                    <a:pt x="1248" y="654"/>
                  </a:lnTo>
                  <a:lnTo>
                    <a:pt x="1248" y="666"/>
                  </a:lnTo>
                  <a:lnTo>
                    <a:pt x="1248" y="672"/>
                  </a:lnTo>
                  <a:lnTo>
                    <a:pt x="1254" y="672"/>
                  </a:lnTo>
                  <a:lnTo>
                    <a:pt x="1254" y="678"/>
                  </a:lnTo>
                  <a:lnTo>
                    <a:pt x="1260" y="678"/>
                  </a:lnTo>
                  <a:lnTo>
                    <a:pt x="1260" y="684"/>
                  </a:lnTo>
                  <a:lnTo>
                    <a:pt x="1272" y="678"/>
                  </a:lnTo>
                  <a:lnTo>
                    <a:pt x="1278" y="678"/>
                  </a:lnTo>
                  <a:lnTo>
                    <a:pt x="1278" y="666"/>
                  </a:lnTo>
                  <a:lnTo>
                    <a:pt x="1284" y="660"/>
                  </a:lnTo>
                  <a:lnTo>
                    <a:pt x="1278" y="642"/>
                  </a:lnTo>
                  <a:lnTo>
                    <a:pt x="1278" y="618"/>
                  </a:lnTo>
                  <a:lnTo>
                    <a:pt x="1278" y="612"/>
                  </a:lnTo>
                  <a:lnTo>
                    <a:pt x="1278" y="606"/>
                  </a:lnTo>
                  <a:lnTo>
                    <a:pt x="1284" y="606"/>
                  </a:lnTo>
                  <a:lnTo>
                    <a:pt x="1284" y="600"/>
                  </a:lnTo>
                  <a:lnTo>
                    <a:pt x="1284" y="606"/>
                  </a:lnTo>
                  <a:lnTo>
                    <a:pt x="1290" y="612"/>
                  </a:lnTo>
                  <a:lnTo>
                    <a:pt x="1290" y="618"/>
                  </a:lnTo>
                  <a:lnTo>
                    <a:pt x="1290" y="624"/>
                  </a:lnTo>
                  <a:lnTo>
                    <a:pt x="1296" y="630"/>
                  </a:lnTo>
                  <a:lnTo>
                    <a:pt x="1296" y="636"/>
                  </a:lnTo>
                  <a:lnTo>
                    <a:pt x="1296" y="642"/>
                  </a:lnTo>
                  <a:lnTo>
                    <a:pt x="1296" y="648"/>
                  </a:lnTo>
                  <a:lnTo>
                    <a:pt x="1296" y="654"/>
                  </a:lnTo>
                  <a:lnTo>
                    <a:pt x="1302" y="660"/>
                  </a:lnTo>
                  <a:lnTo>
                    <a:pt x="1302" y="666"/>
                  </a:lnTo>
                  <a:lnTo>
                    <a:pt x="1308" y="672"/>
                  </a:lnTo>
                  <a:lnTo>
                    <a:pt x="1314" y="672"/>
                  </a:lnTo>
                  <a:lnTo>
                    <a:pt x="1320" y="666"/>
                  </a:lnTo>
                  <a:lnTo>
                    <a:pt x="1320" y="660"/>
                  </a:lnTo>
                  <a:lnTo>
                    <a:pt x="1320" y="654"/>
                  </a:lnTo>
                  <a:lnTo>
                    <a:pt x="1320" y="648"/>
                  </a:lnTo>
                  <a:lnTo>
                    <a:pt x="1314" y="636"/>
                  </a:lnTo>
                  <a:lnTo>
                    <a:pt x="1308" y="618"/>
                  </a:lnTo>
                  <a:lnTo>
                    <a:pt x="1320" y="600"/>
                  </a:lnTo>
                  <a:lnTo>
                    <a:pt x="1326" y="624"/>
                  </a:lnTo>
                  <a:lnTo>
                    <a:pt x="1332" y="636"/>
                  </a:lnTo>
                  <a:lnTo>
                    <a:pt x="1332" y="642"/>
                  </a:lnTo>
                  <a:lnTo>
                    <a:pt x="1338" y="654"/>
                  </a:lnTo>
                  <a:lnTo>
                    <a:pt x="1338" y="666"/>
                  </a:lnTo>
                  <a:lnTo>
                    <a:pt x="1338" y="660"/>
                  </a:lnTo>
                  <a:close/>
                  <a:moveTo>
                    <a:pt x="1356" y="534"/>
                  </a:moveTo>
                  <a:lnTo>
                    <a:pt x="1338" y="570"/>
                  </a:lnTo>
                  <a:lnTo>
                    <a:pt x="984" y="702"/>
                  </a:lnTo>
                  <a:lnTo>
                    <a:pt x="1026" y="666"/>
                  </a:lnTo>
                  <a:lnTo>
                    <a:pt x="1356" y="534"/>
                  </a:lnTo>
                  <a:close/>
                  <a:moveTo>
                    <a:pt x="1476" y="786"/>
                  </a:moveTo>
                  <a:lnTo>
                    <a:pt x="1434" y="864"/>
                  </a:lnTo>
                  <a:lnTo>
                    <a:pt x="1416" y="870"/>
                  </a:lnTo>
                  <a:lnTo>
                    <a:pt x="1398" y="870"/>
                  </a:lnTo>
                  <a:lnTo>
                    <a:pt x="1380" y="876"/>
                  </a:lnTo>
                  <a:lnTo>
                    <a:pt x="1368" y="876"/>
                  </a:lnTo>
                  <a:lnTo>
                    <a:pt x="1356" y="882"/>
                  </a:lnTo>
                  <a:lnTo>
                    <a:pt x="1338" y="888"/>
                  </a:lnTo>
                  <a:lnTo>
                    <a:pt x="1320" y="894"/>
                  </a:lnTo>
                  <a:lnTo>
                    <a:pt x="1302" y="900"/>
                  </a:lnTo>
                  <a:lnTo>
                    <a:pt x="1188" y="948"/>
                  </a:lnTo>
                  <a:lnTo>
                    <a:pt x="1200" y="960"/>
                  </a:lnTo>
                  <a:lnTo>
                    <a:pt x="1206" y="972"/>
                  </a:lnTo>
                  <a:lnTo>
                    <a:pt x="1206" y="990"/>
                  </a:lnTo>
                  <a:lnTo>
                    <a:pt x="1206" y="1008"/>
                  </a:lnTo>
                  <a:lnTo>
                    <a:pt x="1206" y="1032"/>
                  </a:lnTo>
                  <a:lnTo>
                    <a:pt x="1200" y="1056"/>
                  </a:lnTo>
                  <a:lnTo>
                    <a:pt x="1194" y="1074"/>
                  </a:lnTo>
                  <a:lnTo>
                    <a:pt x="1182" y="1086"/>
                  </a:lnTo>
                  <a:lnTo>
                    <a:pt x="1170" y="1068"/>
                  </a:lnTo>
                  <a:lnTo>
                    <a:pt x="1158" y="1056"/>
                  </a:lnTo>
                  <a:lnTo>
                    <a:pt x="1146" y="1044"/>
                  </a:lnTo>
                  <a:lnTo>
                    <a:pt x="1140" y="1038"/>
                  </a:lnTo>
                  <a:lnTo>
                    <a:pt x="1134" y="1026"/>
                  </a:lnTo>
                  <a:lnTo>
                    <a:pt x="1128" y="1008"/>
                  </a:lnTo>
                  <a:lnTo>
                    <a:pt x="1122" y="996"/>
                  </a:lnTo>
                  <a:lnTo>
                    <a:pt x="1116" y="978"/>
                  </a:lnTo>
                  <a:lnTo>
                    <a:pt x="1086" y="996"/>
                  </a:lnTo>
                  <a:lnTo>
                    <a:pt x="1056" y="1014"/>
                  </a:lnTo>
                  <a:lnTo>
                    <a:pt x="1026" y="1032"/>
                  </a:lnTo>
                  <a:lnTo>
                    <a:pt x="996" y="1056"/>
                  </a:lnTo>
                  <a:lnTo>
                    <a:pt x="972" y="1074"/>
                  </a:lnTo>
                  <a:lnTo>
                    <a:pt x="948" y="1092"/>
                  </a:lnTo>
                  <a:lnTo>
                    <a:pt x="918" y="1110"/>
                  </a:lnTo>
                  <a:lnTo>
                    <a:pt x="894" y="1134"/>
                  </a:lnTo>
                  <a:lnTo>
                    <a:pt x="864" y="1158"/>
                  </a:lnTo>
                  <a:lnTo>
                    <a:pt x="840" y="1182"/>
                  </a:lnTo>
                  <a:lnTo>
                    <a:pt x="810" y="1212"/>
                  </a:lnTo>
                  <a:lnTo>
                    <a:pt x="780" y="1236"/>
                  </a:lnTo>
                  <a:lnTo>
                    <a:pt x="750" y="1260"/>
                  </a:lnTo>
                  <a:lnTo>
                    <a:pt x="720" y="1290"/>
                  </a:lnTo>
                  <a:lnTo>
                    <a:pt x="690" y="1314"/>
                  </a:lnTo>
                  <a:lnTo>
                    <a:pt x="666" y="1338"/>
                  </a:lnTo>
                  <a:lnTo>
                    <a:pt x="636" y="1362"/>
                  </a:lnTo>
                  <a:lnTo>
                    <a:pt x="606" y="1374"/>
                  </a:lnTo>
                  <a:lnTo>
                    <a:pt x="582" y="1386"/>
                  </a:lnTo>
                  <a:lnTo>
                    <a:pt x="564" y="1386"/>
                  </a:lnTo>
                  <a:lnTo>
                    <a:pt x="540" y="1386"/>
                  </a:lnTo>
                  <a:lnTo>
                    <a:pt x="522" y="1380"/>
                  </a:lnTo>
                  <a:lnTo>
                    <a:pt x="510" y="1368"/>
                  </a:lnTo>
                  <a:lnTo>
                    <a:pt x="492" y="1350"/>
                  </a:lnTo>
                  <a:lnTo>
                    <a:pt x="480" y="1332"/>
                  </a:lnTo>
                  <a:lnTo>
                    <a:pt x="474" y="1314"/>
                  </a:lnTo>
                  <a:lnTo>
                    <a:pt x="468" y="1290"/>
                  </a:lnTo>
                  <a:lnTo>
                    <a:pt x="468" y="1266"/>
                  </a:lnTo>
                  <a:lnTo>
                    <a:pt x="468" y="1254"/>
                  </a:lnTo>
                  <a:lnTo>
                    <a:pt x="468" y="1248"/>
                  </a:lnTo>
                  <a:lnTo>
                    <a:pt x="468" y="1236"/>
                  </a:lnTo>
                  <a:lnTo>
                    <a:pt x="474" y="1224"/>
                  </a:lnTo>
                  <a:lnTo>
                    <a:pt x="474" y="1212"/>
                  </a:lnTo>
                  <a:lnTo>
                    <a:pt x="480" y="1200"/>
                  </a:lnTo>
                  <a:lnTo>
                    <a:pt x="480" y="1188"/>
                  </a:lnTo>
                  <a:lnTo>
                    <a:pt x="486" y="1170"/>
                  </a:lnTo>
                  <a:lnTo>
                    <a:pt x="492" y="1158"/>
                  </a:lnTo>
                  <a:lnTo>
                    <a:pt x="498" y="1140"/>
                  </a:lnTo>
                  <a:lnTo>
                    <a:pt x="510" y="1122"/>
                  </a:lnTo>
                  <a:lnTo>
                    <a:pt x="522" y="1098"/>
                  </a:lnTo>
                  <a:lnTo>
                    <a:pt x="516" y="1098"/>
                  </a:lnTo>
                  <a:lnTo>
                    <a:pt x="510" y="1104"/>
                  </a:lnTo>
                  <a:lnTo>
                    <a:pt x="498" y="1104"/>
                  </a:lnTo>
                  <a:lnTo>
                    <a:pt x="492" y="1110"/>
                  </a:lnTo>
                  <a:lnTo>
                    <a:pt x="486" y="1110"/>
                  </a:lnTo>
                  <a:lnTo>
                    <a:pt x="480" y="1116"/>
                  </a:lnTo>
                  <a:lnTo>
                    <a:pt x="474" y="1116"/>
                  </a:lnTo>
                  <a:lnTo>
                    <a:pt x="474" y="1122"/>
                  </a:lnTo>
                  <a:lnTo>
                    <a:pt x="450" y="1134"/>
                  </a:lnTo>
                  <a:lnTo>
                    <a:pt x="432" y="1152"/>
                  </a:lnTo>
                  <a:lnTo>
                    <a:pt x="408" y="1170"/>
                  </a:lnTo>
                  <a:lnTo>
                    <a:pt x="396" y="1194"/>
                  </a:lnTo>
                  <a:lnTo>
                    <a:pt x="378" y="1218"/>
                  </a:lnTo>
                  <a:lnTo>
                    <a:pt x="360" y="1236"/>
                  </a:lnTo>
                  <a:lnTo>
                    <a:pt x="348" y="1260"/>
                  </a:lnTo>
                  <a:lnTo>
                    <a:pt x="330" y="1284"/>
                  </a:lnTo>
                  <a:lnTo>
                    <a:pt x="312" y="1308"/>
                  </a:lnTo>
                  <a:lnTo>
                    <a:pt x="294" y="1326"/>
                  </a:lnTo>
                  <a:lnTo>
                    <a:pt x="276" y="1344"/>
                  </a:lnTo>
                  <a:lnTo>
                    <a:pt x="264" y="1362"/>
                  </a:lnTo>
                  <a:lnTo>
                    <a:pt x="246" y="1374"/>
                  </a:lnTo>
                  <a:lnTo>
                    <a:pt x="234" y="1380"/>
                  </a:lnTo>
                  <a:lnTo>
                    <a:pt x="222" y="1386"/>
                  </a:lnTo>
                  <a:lnTo>
                    <a:pt x="204" y="1386"/>
                  </a:lnTo>
                  <a:lnTo>
                    <a:pt x="186" y="1386"/>
                  </a:lnTo>
                  <a:lnTo>
                    <a:pt x="168" y="1380"/>
                  </a:lnTo>
                  <a:lnTo>
                    <a:pt x="156" y="1362"/>
                  </a:lnTo>
                  <a:lnTo>
                    <a:pt x="144" y="1344"/>
                  </a:lnTo>
                  <a:lnTo>
                    <a:pt x="138" y="1320"/>
                  </a:lnTo>
                  <a:lnTo>
                    <a:pt x="126" y="1296"/>
                  </a:lnTo>
                  <a:lnTo>
                    <a:pt x="126" y="1266"/>
                  </a:lnTo>
                  <a:lnTo>
                    <a:pt x="126" y="1236"/>
                  </a:lnTo>
                  <a:lnTo>
                    <a:pt x="126" y="1218"/>
                  </a:lnTo>
                  <a:lnTo>
                    <a:pt x="126" y="1206"/>
                  </a:lnTo>
                  <a:lnTo>
                    <a:pt x="126" y="1194"/>
                  </a:lnTo>
                  <a:lnTo>
                    <a:pt x="126" y="1182"/>
                  </a:lnTo>
                  <a:lnTo>
                    <a:pt x="132" y="1152"/>
                  </a:lnTo>
                  <a:lnTo>
                    <a:pt x="138" y="1128"/>
                  </a:lnTo>
                  <a:lnTo>
                    <a:pt x="144" y="1110"/>
                  </a:lnTo>
                  <a:lnTo>
                    <a:pt x="156" y="1086"/>
                  </a:lnTo>
                  <a:lnTo>
                    <a:pt x="144" y="1080"/>
                  </a:lnTo>
                  <a:lnTo>
                    <a:pt x="132" y="1068"/>
                  </a:lnTo>
                  <a:lnTo>
                    <a:pt x="126" y="1050"/>
                  </a:lnTo>
                  <a:lnTo>
                    <a:pt x="120" y="1032"/>
                  </a:lnTo>
                  <a:lnTo>
                    <a:pt x="126" y="1020"/>
                  </a:lnTo>
                  <a:lnTo>
                    <a:pt x="126" y="1014"/>
                  </a:lnTo>
                  <a:lnTo>
                    <a:pt x="132" y="1002"/>
                  </a:lnTo>
                  <a:lnTo>
                    <a:pt x="138" y="984"/>
                  </a:lnTo>
                  <a:lnTo>
                    <a:pt x="144" y="966"/>
                  </a:lnTo>
                  <a:lnTo>
                    <a:pt x="156" y="948"/>
                  </a:lnTo>
                  <a:lnTo>
                    <a:pt x="162" y="936"/>
                  </a:lnTo>
                  <a:lnTo>
                    <a:pt x="168" y="918"/>
                  </a:lnTo>
                  <a:lnTo>
                    <a:pt x="150" y="930"/>
                  </a:lnTo>
                  <a:lnTo>
                    <a:pt x="132" y="942"/>
                  </a:lnTo>
                  <a:lnTo>
                    <a:pt x="114" y="948"/>
                  </a:lnTo>
                  <a:lnTo>
                    <a:pt x="96" y="948"/>
                  </a:lnTo>
                  <a:lnTo>
                    <a:pt x="72" y="948"/>
                  </a:lnTo>
                  <a:lnTo>
                    <a:pt x="54" y="936"/>
                  </a:lnTo>
                  <a:lnTo>
                    <a:pt x="36" y="924"/>
                  </a:lnTo>
                  <a:lnTo>
                    <a:pt x="24" y="906"/>
                  </a:lnTo>
                  <a:lnTo>
                    <a:pt x="18" y="888"/>
                  </a:lnTo>
                  <a:lnTo>
                    <a:pt x="6" y="864"/>
                  </a:lnTo>
                  <a:lnTo>
                    <a:pt x="6" y="834"/>
                  </a:lnTo>
                  <a:lnTo>
                    <a:pt x="0" y="810"/>
                  </a:lnTo>
                  <a:lnTo>
                    <a:pt x="6" y="786"/>
                  </a:lnTo>
                  <a:lnTo>
                    <a:pt x="12" y="762"/>
                  </a:lnTo>
                  <a:lnTo>
                    <a:pt x="18" y="732"/>
                  </a:lnTo>
                  <a:lnTo>
                    <a:pt x="30" y="708"/>
                  </a:lnTo>
                  <a:lnTo>
                    <a:pt x="36" y="690"/>
                  </a:lnTo>
                  <a:lnTo>
                    <a:pt x="54" y="672"/>
                  </a:lnTo>
                  <a:lnTo>
                    <a:pt x="66" y="648"/>
                  </a:lnTo>
                  <a:lnTo>
                    <a:pt x="84" y="630"/>
                  </a:lnTo>
                  <a:lnTo>
                    <a:pt x="72" y="630"/>
                  </a:lnTo>
                  <a:lnTo>
                    <a:pt x="66" y="624"/>
                  </a:lnTo>
                  <a:lnTo>
                    <a:pt x="60" y="618"/>
                  </a:lnTo>
                  <a:lnTo>
                    <a:pt x="54" y="612"/>
                  </a:lnTo>
                  <a:lnTo>
                    <a:pt x="54" y="600"/>
                  </a:lnTo>
                  <a:lnTo>
                    <a:pt x="54" y="588"/>
                  </a:lnTo>
                  <a:lnTo>
                    <a:pt x="48" y="576"/>
                  </a:lnTo>
                  <a:lnTo>
                    <a:pt x="48" y="558"/>
                  </a:lnTo>
                  <a:lnTo>
                    <a:pt x="54" y="540"/>
                  </a:lnTo>
                  <a:lnTo>
                    <a:pt x="60" y="516"/>
                  </a:lnTo>
                  <a:lnTo>
                    <a:pt x="72" y="486"/>
                  </a:lnTo>
                  <a:lnTo>
                    <a:pt x="90" y="444"/>
                  </a:lnTo>
                  <a:lnTo>
                    <a:pt x="108" y="408"/>
                  </a:lnTo>
                  <a:lnTo>
                    <a:pt x="126" y="372"/>
                  </a:lnTo>
                  <a:lnTo>
                    <a:pt x="138" y="348"/>
                  </a:lnTo>
                  <a:lnTo>
                    <a:pt x="150" y="330"/>
                  </a:lnTo>
                  <a:lnTo>
                    <a:pt x="144" y="354"/>
                  </a:lnTo>
                  <a:lnTo>
                    <a:pt x="132" y="378"/>
                  </a:lnTo>
                  <a:lnTo>
                    <a:pt x="126" y="402"/>
                  </a:lnTo>
                  <a:lnTo>
                    <a:pt x="120" y="414"/>
                  </a:lnTo>
                  <a:lnTo>
                    <a:pt x="102" y="462"/>
                  </a:lnTo>
                  <a:lnTo>
                    <a:pt x="96" y="492"/>
                  </a:lnTo>
                  <a:lnTo>
                    <a:pt x="90" y="522"/>
                  </a:lnTo>
                  <a:lnTo>
                    <a:pt x="84" y="540"/>
                  </a:lnTo>
                  <a:lnTo>
                    <a:pt x="84" y="546"/>
                  </a:lnTo>
                  <a:lnTo>
                    <a:pt x="90" y="558"/>
                  </a:lnTo>
                  <a:lnTo>
                    <a:pt x="90" y="564"/>
                  </a:lnTo>
                  <a:lnTo>
                    <a:pt x="90" y="570"/>
                  </a:lnTo>
                  <a:lnTo>
                    <a:pt x="96" y="576"/>
                  </a:lnTo>
                  <a:lnTo>
                    <a:pt x="102" y="576"/>
                  </a:lnTo>
                  <a:lnTo>
                    <a:pt x="102" y="582"/>
                  </a:lnTo>
                  <a:lnTo>
                    <a:pt x="108" y="582"/>
                  </a:lnTo>
                  <a:lnTo>
                    <a:pt x="120" y="582"/>
                  </a:lnTo>
                  <a:lnTo>
                    <a:pt x="132" y="576"/>
                  </a:lnTo>
                  <a:lnTo>
                    <a:pt x="138" y="564"/>
                  </a:lnTo>
                  <a:lnTo>
                    <a:pt x="150" y="546"/>
                  </a:lnTo>
                  <a:lnTo>
                    <a:pt x="150" y="540"/>
                  </a:lnTo>
                  <a:lnTo>
                    <a:pt x="156" y="534"/>
                  </a:lnTo>
                  <a:lnTo>
                    <a:pt x="156" y="522"/>
                  </a:lnTo>
                  <a:lnTo>
                    <a:pt x="162" y="510"/>
                  </a:lnTo>
                  <a:lnTo>
                    <a:pt x="162" y="522"/>
                  </a:lnTo>
                  <a:lnTo>
                    <a:pt x="162" y="534"/>
                  </a:lnTo>
                  <a:lnTo>
                    <a:pt x="162" y="540"/>
                  </a:lnTo>
                  <a:lnTo>
                    <a:pt x="162" y="552"/>
                  </a:lnTo>
                  <a:lnTo>
                    <a:pt x="162" y="558"/>
                  </a:lnTo>
                  <a:lnTo>
                    <a:pt x="162" y="570"/>
                  </a:lnTo>
                  <a:lnTo>
                    <a:pt x="162" y="576"/>
                  </a:lnTo>
                  <a:lnTo>
                    <a:pt x="156" y="582"/>
                  </a:lnTo>
                  <a:lnTo>
                    <a:pt x="156" y="594"/>
                  </a:lnTo>
                  <a:lnTo>
                    <a:pt x="150" y="600"/>
                  </a:lnTo>
                  <a:lnTo>
                    <a:pt x="150" y="606"/>
                  </a:lnTo>
                  <a:lnTo>
                    <a:pt x="144" y="612"/>
                  </a:lnTo>
                  <a:lnTo>
                    <a:pt x="138" y="618"/>
                  </a:lnTo>
                  <a:lnTo>
                    <a:pt x="132" y="624"/>
                  </a:lnTo>
                  <a:lnTo>
                    <a:pt x="120" y="630"/>
                  </a:lnTo>
                  <a:lnTo>
                    <a:pt x="114" y="636"/>
                  </a:lnTo>
                  <a:lnTo>
                    <a:pt x="96" y="654"/>
                  </a:lnTo>
                  <a:lnTo>
                    <a:pt x="84" y="666"/>
                  </a:lnTo>
                  <a:lnTo>
                    <a:pt x="72" y="684"/>
                  </a:lnTo>
                  <a:lnTo>
                    <a:pt x="60" y="696"/>
                  </a:lnTo>
                  <a:lnTo>
                    <a:pt x="48" y="720"/>
                  </a:lnTo>
                  <a:lnTo>
                    <a:pt x="36" y="750"/>
                  </a:lnTo>
                  <a:lnTo>
                    <a:pt x="30" y="780"/>
                  </a:lnTo>
                  <a:lnTo>
                    <a:pt x="30" y="810"/>
                  </a:lnTo>
                  <a:lnTo>
                    <a:pt x="30" y="816"/>
                  </a:lnTo>
                  <a:lnTo>
                    <a:pt x="30" y="822"/>
                  </a:lnTo>
                  <a:lnTo>
                    <a:pt x="36" y="834"/>
                  </a:lnTo>
                  <a:lnTo>
                    <a:pt x="42" y="846"/>
                  </a:lnTo>
                  <a:lnTo>
                    <a:pt x="54" y="858"/>
                  </a:lnTo>
                  <a:lnTo>
                    <a:pt x="60" y="864"/>
                  </a:lnTo>
                  <a:lnTo>
                    <a:pt x="72" y="870"/>
                  </a:lnTo>
                  <a:lnTo>
                    <a:pt x="84" y="876"/>
                  </a:lnTo>
                  <a:lnTo>
                    <a:pt x="96" y="870"/>
                  </a:lnTo>
                  <a:lnTo>
                    <a:pt x="108" y="870"/>
                  </a:lnTo>
                  <a:lnTo>
                    <a:pt x="120" y="864"/>
                  </a:lnTo>
                  <a:lnTo>
                    <a:pt x="132" y="852"/>
                  </a:lnTo>
                  <a:lnTo>
                    <a:pt x="156" y="840"/>
                  </a:lnTo>
                  <a:lnTo>
                    <a:pt x="186" y="822"/>
                  </a:lnTo>
                  <a:lnTo>
                    <a:pt x="228" y="792"/>
                  </a:lnTo>
                  <a:lnTo>
                    <a:pt x="270" y="762"/>
                  </a:lnTo>
                  <a:lnTo>
                    <a:pt x="300" y="738"/>
                  </a:lnTo>
                  <a:lnTo>
                    <a:pt x="330" y="726"/>
                  </a:lnTo>
                  <a:lnTo>
                    <a:pt x="360" y="708"/>
                  </a:lnTo>
                  <a:lnTo>
                    <a:pt x="384" y="696"/>
                  </a:lnTo>
                  <a:lnTo>
                    <a:pt x="396" y="690"/>
                  </a:lnTo>
                  <a:lnTo>
                    <a:pt x="414" y="690"/>
                  </a:lnTo>
                  <a:lnTo>
                    <a:pt x="426" y="684"/>
                  </a:lnTo>
                  <a:lnTo>
                    <a:pt x="444" y="684"/>
                  </a:lnTo>
                  <a:lnTo>
                    <a:pt x="438" y="672"/>
                  </a:lnTo>
                  <a:lnTo>
                    <a:pt x="432" y="654"/>
                  </a:lnTo>
                  <a:lnTo>
                    <a:pt x="432" y="642"/>
                  </a:lnTo>
                  <a:lnTo>
                    <a:pt x="426" y="624"/>
                  </a:lnTo>
                  <a:lnTo>
                    <a:pt x="432" y="594"/>
                  </a:lnTo>
                  <a:lnTo>
                    <a:pt x="438" y="558"/>
                  </a:lnTo>
                  <a:lnTo>
                    <a:pt x="456" y="528"/>
                  </a:lnTo>
                  <a:lnTo>
                    <a:pt x="474" y="492"/>
                  </a:lnTo>
                  <a:lnTo>
                    <a:pt x="498" y="462"/>
                  </a:lnTo>
                  <a:lnTo>
                    <a:pt x="516" y="438"/>
                  </a:lnTo>
                  <a:lnTo>
                    <a:pt x="534" y="426"/>
                  </a:lnTo>
                  <a:lnTo>
                    <a:pt x="546" y="420"/>
                  </a:lnTo>
                  <a:lnTo>
                    <a:pt x="558" y="420"/>
                  </a:lnTo>
                  <a:lnTo>
                    <a:pt x="570" y="432"/>
                  </a:lnTo>
                  <a:lnTo>
                    <a:pt x="582" y="444"/>
                  </a:lnTo>
                  <a:lnTo>
                    <a:pt x="588" y="462"/>
                  </a:lnTo>
                  <a:lnTo>
                    <a:pt x="600" y="486"/>
                  </a:lnTo>
                  <a:lnTo>
                    <a:pt x="612" y="498"/>
                  </a:lnTo>
                  <a:lnTo>
                    <a:pt x="624" y="510"/>
                  </a:lnTo>
                  <a:lnTo>
                    <a:pt x="636" y="522"/>
                  </a:lnTo>
                  <a:lnTo>
                    <a:pt x="612" y="288"/>
                  </a:lnTo>
                  <a:lnTo>
                    <a:pt x="588" y="108"/>
                  </a:lnTo>
                  <a:lnTo>
                    <a:pt x="582" y="72"/>
                  </a:lnTo>
                  <a:lnTo>
                    <a:pt x="582" y="66"/>
                  </a:lnTo>
                  <a:lnTo>
                    <a:pt x="582" y="60"/>
                  </a:lnTo>
                  <a:lnTo>
                    <a:pt x="588" y="48"/>
                  </a:lnTo>
                  <a:lnTo>
                    <a:pt x="588" y="36"/>
                  </a:lnTo>
                  <a:lnTo>
                    <a:pt x="588" y="30"/>
                  </a:lnTo>
                  <a:lnTo>
                    <a:pt x="594" y="24"/>
                  </a:lnTo>
                  <a:lnTo>
                    <a:pt x="594" y="18"/>
                  </a:lnTo>
                  <a:lnTo>
                    <a:pt x="600" y="6"/>
                  </a:lnTo>
                  <a:lnTo>
                    <a:pt x="666" y="150"/>
                  </a:lnTo>
                  <a:lnTo>
                    <a:pt x="666" y="168"/>
                  </a:lnTo>
                  <a:lnTo>
                    <a:pt x="636" y="138"/>
                  </a:lnTo>
                  <a:lnTo>
                    <a:pt x="636" y="144"/>
                  </a:lnTo>
                  <a:lnTo>
                    <a:pt x="636" y="150"/>
                  </a:lnTo>
                  <a:lnTo>
                    <a:pt x="636" y="156"/>
                  </a:lnTo>
                  <a:lnTo>
                    <a:pt x="660" y="360"/>
                  </a:lnTo>
                  <a:lnTo>
                    <a:pt x="684" y="540"/>
                  </a:lnTo>
                  <a:lnTo>
                    <a:pt x="702" y="546"/>
                  </a:lnTo>
                  <a:lnTo>
                    <a:pt x="720" y="546"/>
                  </a:lnTo>
                  <a:lnTo>
                    <a:pt x="744" y="552"/>
                  </a:lnTo>
                  <a:lnTo>
                    <a:pt x="762" y="552"/>
                  </a:lnTo>
                  <a:lnTo>
                    <a:pt x="780" y="552"/>
                  </a:lnTo>
                  <a:lnTo>
                    <a:pt x="798" y="552"/>
                  </a:lnTo>
                  <a:lnTo>
                    <a:pt x="816" y="558"/>
                  </a:lnTo>
                  <a:lnTo>
                    <a:pt x="840" y="558"/>
                  </a:lnTo>
                  <a:lnTo>
                    <a:pt x="804" y="282"/>
                  </a:lnTo>
                  <a:lnTo>
                    <a:pt x="786" y="120"/>
                  </a:lnTo>
                  <a:lnTo>
                    <a:pt x="774" y="78"/>
                  </a:lnTo>
                  <a:lnTo>
                    <a:pt x="798" y="0"/>
                  </a:lnTo>
                  <a:lnTo>
                    <a:pt x="858" y="144"/>
                  </a:lnTo>
                  <a:lnTo>
                    <a:pt x="858" y="174"/>
                  </a:lnTo>
                  <a:lnTo>
                    <a:pt x="834" y="138"/>
                  </a:lnTo>
                  <a:lnTo>
                    <a:pt x="828" y="156"/>
                  </a:lnTo>
                  <a:lnTo>
                    <a:pt x="858" y="402"/>
                  </a:lnTo>
                  <a:lnTo>
                    <a:pt x="876" y="546"/>
                  </a:lnTo>
                  <a:lnTo>
                    <a:pt x="900" y="546"/>
                  </a:lnTo>
                  <a:lnTo>
                    <a:pt x="918" y="546"/>
                  </a:lnTo>
                  <a:lnTo>
                    <a:pt x="936" y="540"/>
                  </a:lnTo>
                  <a:lnTo>
                    <a:pt x="948" y="540"/>
                  </a:lnTo>
                  <a:lnTo>
                    <a:pt x="960" y="534"/>
                  </a:lnTo>
                  <a:lnTo>
                    <a:pt x="972" y="534"/>
                  </a:lnTo>
                  <a:lnTo>
                    <a:pt x="984" y="534"/>
                  </a:lnTo>
                  <a:lnTo>
                    <a:pt x="990" y="528"/>
                  </a:lnTo>
                  <a:lnTo>
                    <a:pt x="1020" y="522"/>
                  </a:lnTo>
                  <a:lnTo>
                    <a:pt x="1056" y="510"/>
                  </a:lnTo>
                  <a:lnTo>
                    <a:pt x="1086" y="504"/>
                  </a:lnTo>
                  <a:lnTo>
                    <a:pt x="1110" y="492"/>
                  </a:lnTo>
                  <a:lnTo>
                    <a:pt x="1134" y="486"/>
                  </a:lnTo>
                  <a:lnTo>
                    <a:pt x="1158" y="480"/>
                  </a:lnTo>
                  <a:lnTo>
                    <a:pt x="1170" y="474"/>
                  </a:lnTo>
                  <a:lnTo>
                    <a:pt x="1182" y="468"/>
                  </a:lnTo>
                  <a:lnTo>
                    <a:pt x="1170" y="462"/>
                  </a:lnTo>
                  <a:lnTo>
                    <a:pt x="1158" y="462"/>
                  </a:lnTo>
                  <a:lnTo>
                    <a:pt x="1140" y="456"/>
                  </a:lnTo>
                  <a:lnTo>
                    <a:pt x="1116" y="450"/>
                  </a:lnTo>
                  <a:lnTo>
                    <a:pt x="1092" y="444"/>
                  </a:lnTo>
                  <a:lnTo>
                    <a:pt x="1074" y="444"/>
                  </a:lnTo>
                  <a:lnTo>
                    <a:pt x="1050" y="438"/>
                  </a:lnTo>
                  <a:lnTo>
                    <a:pt x="1032" y="432"/>
                  </a:lnTo>
                  <a:lnTo>
                    <a:pt x="1026" y="432"/>
                  </a:lnTo>
                  <a:lnTo>
                    <a:pt x="1020" y="432"/>
                  </a:lnTo>
                  <a:lnTo>
                    <a:pt x="1014" y="432"/>
                  </a:lnTo>
                  <a:lnTo>
                    <a:pt x="1008" y="432"/>
                  </a:lnTo>
                  <a:lnTo>
                    <a:pt x="1002" y="432"/>
                  </a:lnTo>
                  <a:lnTo>
                    <a:pt x="996" y="432"/>
                  </a:lnTo>
                  <a:lnTo>
                    <a:pt x="990" y="432"/>
                  </a:lnTo>
                  <a:lnTo>
                    <a:pt x="978" y="432"/>
                  </a:lnTo>
                  <a:lnTo>
                    <a:pt x="966" y="432"/>
                  </a:lnTo>
                  <a:lnTo>
                    <a:pt x="960" y="432"/>
                  </a:lnTo>
                  <a:lnTo>
                    <a:pt x="948" y="432"/>
                  </a:lnTo>
                  <a:lnTo>
                    <a:pt x="936" y="438"/>
                  </a:lnTo>
                  <a:lnTo>
                    <a:pt x="930" y="438"/>
                  </a:lnTo>
                  <a:lnTo>
                    <a:pt x="918" y="438"/>
                  </a:lnTo>
                  <a:lnTo>
                    <a:pt x="912" y="438"/>
                  </a:lnTo>
                  <a:lnTo>
                    <a:pt x="912" y="426"/>
                  </a:lnTo>
                  <a:lnTo>
                    <a:pt x="918" y="408"/>
                  </a:lnTo>
                  <a:lnTo>
                    <a:pt x="924" y="396"/>
                  </a:lnTo>
                  <a:lnTo>
                    <a:pt x="936" y="378"/>
                  </a:lnTo>
                  <a:lnTo>
                    <a:pt x="948" y="366"/>
                  </a:lnTo>
                  <a:lnTo>
                    <a:pt x="966" y="354"/>
                  </a:lnTo>
                  <a:lnTo>
                    <a:pt x="978" y="348"/>
                  </a:lnTo>
                  <a:lnTo>
                    <a:pt x="990" y="348"/>
                  </a:lnTo>
                  <a:lnTo>
                    <a:pt x="1002" y="348"/>
                  </a:lnTo>
                  <a:lnTo>
                    <a:pt x="1026" y="348"/>
                  </a:lnTo>
                  <a:lnTo>
                    <a:pt x="1050" y="354"/>
                  </a:lnTo>
                  <a:lnTo>
                    <a:pt x="1086" y="366"/>
                  </a:lnTo>
                  <a:lnTo>
                    <a:pt x="1098" y="366"/>
                  </a:lnTo>
                  <a:lnTo>
                    <a:pt x="1116" y="372"/>
                  </a:lnTo>
                  <a:lnTo>
                    <a:pt x="1140" y="378"/>
                  </a:lnTo>
                  <a:lnTo>
                    <a:pt x="1170" y="390"/>
                  </a:lnTo>
                  <a:lnTo>
                    <a:pt x="1212" y="396"/>
                  </a:lnTo>
                  <a:lnTo>
                    <a:pt x="1248" y="408"/>
                  </a:lnTo>
                  <a:lnTo>
                    <a:pt x="1290" y="414"/>
                  </a:lnTo>
                  <a:lnTo>
                    <a:pt x="1326" y="420"/>
                  </a:lnTo>
                  <a:lnTo>
                    <a:pt x="1362" y="426"/>
                  </a:lnTo>
                  <a:lnTo>
                    <a:pt x="1392" y="426"/>
                  </a:lnTo>
                  <a:lnTo>
                    <a:pt x="1422" y="426"/>
                  </a:lnTo>
                  <a:lnTo>
                    <a:pt x="1446" y="432"/>
                  </a:lnTo>
                  <a:lnTo>
                    <a:pt x="1410" y="504"/>
                  </a:lnTo>
                  <a:lnTo>
                    <a:pt x="1362" y="504"/>
                  </a:lnTo>
                  <a:lnTo>
                    <a:pt x="1332" y="504"/>
                  </a:lnTo>
                  <a:lnTo>
                    <a:pt x="1302" y="504"/>
                  </a:lnTo>
                  <a:lnTo>
                    <a:pt x="1272" y="504"/>
                  </a:lnTo>
                  <a:lnTo>
                    <a:pt x="1242" y="510"/>
                  </a:lnTo>
                  <a:lnTo>
                    <a:pt x="1212" y="516"/>
                  </a:lnTo>
                  <a:lnTo>
                    <a:pt x="1188" y="516"/>
                  </a:lnTo>
                  <a:lnTo>
                    <a:pt x="1164" y="528"/>
                  </a:lnTo>
                  <a:lnTo>
                    <a:pt x="1140" y="534"/>
                  </a:lnTo>
                  <a:lnTo>
                    <a:pt x="1008" y="588"/>
                  </a:lnTo>
                  <a:lnTo>
                    <a:pt x="996" y="594"/>
                  </a:lnTo>
                  <a:lnTo>
                    <a:pt x="978" y="600"/>
                  </a:lnTo>
                  <a:lnTo>
                    <a:pt x="960" y="606"/>
                  </a:lnTo>
                  <a:lnTo>
                    <a:pt x="948" y="606"/>
                  </a:lnTo>
                  <a:lnTo>
                    <a:pt x="936" y="612"/>
                  </a:lnTo>
                  <a:lnTo>
                    <a:pt x="918" y="612"/>
                  </a:lnTo>
                  <a:lnTo>
                    <a:pt x="900" y="618"/>
                  </a:lnTo>
                  <a:lnTo>
                    <a:pt x="882" y="624"/>
                  </a:lnTo>
                  <a:lnTo>
                    <a:pt x="918" y="906"/>
                  </a:lnTo>
                  <a:lnTo>
                    <a:pt x="918" y="912"/>
                  </a:lnTo>
                  <a:lnTo>
                    <a:pt x="918" y="918"/>
                  </a:lnTo>
                  <a:lnTo>
                    <a:pt x="918" y="930"/>
                  </a:lnTo>
                  <a:lnTo>
                    <a:pt x="918" y="936"/>
                  </a:lnTo>
                  <a:lnTo>
                    <a:pt x="918" y="942"/>
                  </a:lnTo>
                  <a:lnTo>
                    <a:pt x="918" y="948"/>
                  </a:lnTo>
                  <a:lnTo>
                    <a:pt x="918" y="954"/>
                  </a:lnTo>
                  <a:lnTo>
                    <a:pt x="918" y="960"/>
                  </a:lnTo>
                  <a:lnTo>
                    <a:pt x="918" y="972"/>
                  </a:lnTo>
                  <a:lnTo>
                    <a:pt x="918" y="984"/>
                  </a:lnTo>
                  <a:lnTo>
                    <a:pt x="918" y="990"/>
                  </a:lnTo>
                  <a:lnTo>
                    <a:pt x="918" y="1002"/>
                  </a:lnTo>
                  <a:lnTo>
                    <a:pt x="918" y="1008"/>
                  </a:lnTo>
                  <a:lnTo>
                    <a:pt x="918" y="1020"/>
                  </a:lnTo>
                  <a:lnTo>
                    <a:pt x="918" y="1032"/>
                  </a:lnTo>
                  <a:lnTo>
                    <a:pt x="912" y="1044"/>
                  </a:lnTo>
                  <a:lnTo>
                    <a:pt x="990" y="996"/>
                  </a:lnTo>
                  <a:lnTo>
                    <a:pt x="1092" y="930"/>
                  </a:lnTo>
                  <a:lnTo>
                    <a:pt x="1086" y="918"/>
                  </a:lnTo>
                  <a:lnTo>
                    <a:pt x="1080" y="912"/>
                  </a:lnTo>
                  <a:lnTo>
                    <a:pt x="1074" y="900"/>
                  </a:lnTo>
                  <a:lnTo>
                    <a:pt x="1062" y="894"/>
                  </a:lnTo>
                  <a:lnTo>
                    <a:pt x="1056" y="888"/>
                  </a:lnTo>
                  <a:lnTo>
                    <a:pt x="1044" y="876"/>
                  </a:lnTo>
                  <a:lnTo>
                    <a:pt x="1038" y="870"/>
                  </a:lnTo>
                  <a:lnTo>
                    <a:pt x="1026" y="858"/>
                  </a:lnTo>
                  <a:lnTo>
                    <a:pt x="1020" y="852"/>
                  </a:lnTo>
                  <a:lnTo>
                    <a:pt x="1014" y="840"/>
                  </a:lnTo>
                  <a:lnTo>
                    <a:pt x="1014" y="834"/>
                  </a:lnTo>
                  <a:lnTo>
                    <a:pt x="1008" y="822"/>
                  </a:lnTo>
                  <a:lnTo>
                    <a:pt x="1014" y="804"/>
                  </a:lnTo>
                  <a:lnTo>
                    <a:pt x="1014" y="786"/>
                  </a:lnTo>
                  <a:lnTo>
                    <a:pt x="1026" y="768"/>
                  </a:lnTo>
                  <a:lnTo>
                    <a:pt x="1038" y="750"/>
                  </a:lnTo>
                  <a:lnTo>
                    <a:pt x="1050" y="738"/>
                  </a:lnTo>
                  <a:lnTo>
                    <a:pt x="1062" y="726"/>
                  </a:lnTo>
                  <a:lnTo>
                    <a:pt x="1080" y="720"/>
                  </a:lnTo>
                  <a:lnTo>
                    <a:pt x="1104" y="720"/>
                  </a:lnTo>
                  <a:lnTo>
                    <a:pt x="1116" y="720"/>
                  </a:lnTo>
                  <a:lnTo>
                    <a:pt x="1134" y="720"/>
                  </a:lnTo>
                  <a:lnTo>
                    <a:pt x="1146" y="720"/>
                  </a:lnTo>
                  <a:lnTo>
                    <a:pt x="1164" y="720"/>
                  </a:lnTo>
                  <a:lnTo>
                    <a:pt x="1176" y="720"/>
                  </a:lnTo>
                  <a:lnTo>
                    <a:pt x="1200" y="726"/>
                  </a:lnTo>
                  <a:lnTo>
                    <a:pt x="1230" y="732"/>
                  </a:lnTo>
                  <a:lnTo>
                    <a:pt x="1260" y="738"/>
                  </a:lnTo>
                  <a:lnTo>
                    <a:pt x="1278" y="738"/>
                  </a:lnTo>
                  <a:lnTo>
                    <a:pt x="1296" y="744"/>
                  </a:lnTo>
                  <a:lnTo>
                    <a:pt x="1308" y="744"/>
                  </a:lnTo>
                  <a:lnTo>
                    <a:pt x="1320" y="750"/>
                  </a:lnTo>
                  <a:lnTo>
                    <a:pt x="1338" y="750"/>
                  </a:lnTo>
                  <a:lnTo>
                    <a:pt x="1350" y="756"/>
                  </a:lnTo>
                  <a:lnTo>
                    <a:pt x="1368" y="756"/>
                  </a:lnTo>
                  <a:lnTo>
                    <a:pt x="1392" y="762"/>
                  </a:lnTo>
                  <a:lnTo>
                    <a:pt x="1476" y="786"/>
                  </a:lnTo>
                  <a:close/>
                  <a:moveTo>
                    <a:pt x="468" y="144"/>
                  </a:moveTo>
                  <a:lnTo>
                    <a:pt x="462" y="144"/>
                  </a:lnTo>
                  <a:lnTo>
                    <a:pt x="456" y="144"/>
                  </a:lnTo>
                  <a:lnTo>
                    <a:pt x="456" y="138"/>
                  </a:lnTo>
                  <a:lnTo>
                    <a:pt x="456" y="132"/>
                  </a:lnTo>
                  <a:lnTo>
                    <a:pt x="450" y="132"/>
                  </a:lnTo>
                  <a:lnTo>
                    <a:pt x="444" y="126"/>
                  </a:lnTo>
                  <a:lnTo>
                    <a:pt x="438" y="126"/>
                  </a:lnTo>
                  <a:lnTo>
                    <a:pt x="432" y="126"/>
                  </a:lnTo>
                  <a:lnTo>
                    <a:pt x="426" y="132"/>
                  </a:lnTo>
                  <a:lnTo>
                    <a:pt x="420" y="144"/>
                  </a:lnTo>
                  <a:lnTo>
                    <a:pt x="414" y="162"/>
                  </a:lnTo>
                  <a:lnTo>
                    <a:pt x="408" y="186"/>
                  </a:lnTo>
                  <a:lnTo>
                    <a:pt x="396" y="216"/>
                  </a:lnTo>
                  <a:lnTo>
                    <a:pt x="390" y="252"/>
                  </a:lnTo>
                  <a:lnTo>
                    <a:pt x="396" y="258"/>
                  </a:lnTo>
                  <a:lnTo>
                    <a:pt x="408" y="264"/>
                  </a:lnTo>
                  <a:lnTo>
                    <a:pt x="414" y="270"/>
                  </a:lnTo>
                  <a:lnTo>
                    <a:pt x="426" y="282"/>
                  </a:lnTo>
                  <a:lnTo>
                    <a:pt x="426" y="288"/>
                  </a:lnTo>
                  <a:lnTo>
                    <a:pt x="432" y="288"/>
                  </a:lnTo>
                  <a:lnTo>
                    <a:pt x="432" y="294"/>
                  </a:lnTo>
                  <a:lnTo>
                    <a:pt x="438" y="294"/>
                  </a:lnTo>
                  <a:lnTo>
                    <a:pt x="426" y="324"/>
                  </a:lnTo>
                  <a:lnTo>
                    <a:pt x="414" y="324"/>
                  </a:lnTo>
                  <a:lnTo>
                    <a:pt x="402" y="324"/>
                  </a:lnTo>
                  <a:lnTo>
                    <a:pt x="396" y="330"/>
                  </a:lnTo>
                  <a:lnTo>
                    <a:pt x="384" y="330"/>
                  </a:lnTo>
                  <a:lnTo>
                    <a:pt x="366" y="336"/>
                  </a:lnTo>
                  <a:lnTo>
                    <a:pt x="354" y="342"/>
                  </a:lnTo>
                  <a:lnTo>
                    <a:pt x="348" y="354"/>
                  </a:lnTo>
                  <a:lnTo>
                    <a:pt x="342" y="366"/>
                  </a:lnTo>
                  <a:lnTo>
                    <a:pt x="342" y="372"/>
                  </a:lnTo>
                  <a:lnTo>
                    <a:pt x="348" y="378"/>
                  </a:lnTo>
                  <a:lnTo>
                    <a:pt x="348" y="384"/>
                  </a:lnTo>
                  <a:lnTo>
                    <a:pt x="348" y="390"/>
                  </a:lnTo>
                  <a:lnTo>
                    <a:pt x="354" y="420"/>
                  </a:lnTo>
                  <a:lnTo>
                    <a:pt x="360" y="444"/>
                  </a:lnTo>
                  <a:lnTo>
                    <a:pt x="360" y="468"/>
                  </a:lnTo>
                  <a:lnTo>
                    <a:pt x="366" y="492"/>
                  </a:lnTo>
                  <a:lnTo>
                    <a:pt x="366" y="504"/>
                  </a:lnTo>
                  <a:lnTo>
                    <a:pt x="360" y="516"/>
                  </a:lnTo>
                  <a:lnTo>
                    <a:pt x="360" y="528"/>
                  </a:lnTo>
                  <a:lnTo>
                    <a:pt x="354" y="540"/>
                  </a:lnTo>
                  <a:lnTo>
                    <a:pt x="354" y="522"/>
                  </a:lnTo>
                  <a:lnTo>
                    <a:pt x="348" y="492"/>
                  </a:lnTo>
                  <a:lnTo>
                    <a:pt x="342" y="462"/>
                  </a:lnTo>
                  <a:lnTo>
                    <a:pt x="336" y="426"/>
                  </a:lnTo>
                  <a:lnTo>
                    <a:pt x="330" y="402"/>
                  </a:lnTo>
                  <a:lnTo>
                    <a:pt x="330" y="390"/>
                  </a:lnTo>
                  <a:lnTo>
                    <a:pt x="324" y="378"/>
                  </a:lnTo>
                  <a:lnTo>
                    <a:pt x="324" y="366"/>
                  </a:lnTo>
                  <a:lnTo>
                    <a:pt x="330" y="348"/>
                  </a:lnTo>
                  <a:lnTo>
                    <a:pt x="330" y="336"/>
                  </a:lnTo>
                  <a:lnTo>
                    <a:pt x="342" y="324"/>
                  </a:lnTo>
                  <a:lnTo>
                    <a:pt x="348" y="318"/>
                  </a:lnTo>
                  <a:lnTo>
                    <a:pt x="366" y="312"/>
                  </a:lnTo>
                  <a:lnTo>
                    <a:pt x="378" y="306"/>
                  </a:lnTo>
                  <a:lnTo>
                    <a:pt x="390" y="300"/>
                  </a:lnTo>
                  <a:lnTo>
                    <a:pt x="396" y="294"/>
                  </a:lnTo>
                  <a:lnTo>
                    <a:pt x="390" y="294"/>
                  </a:lnTo>
                  <a:lnTo>
                    <a:pt x="384" y="294"/>
                  </a:lnTo>
                  <a:lnTo>
                    <a:pt x="384" y="288"/>
                  </a:lnTo>
                  <a:lnTo>
                    <a:pt x="378" y="288"/>
                  </a:lnTo>
                  <a:lnTo>
                    <a:pt x="372" y="288"/>
                  </a:lnTo>
                  <a:lnTo>
                    <a:pt x="366" y="288"/>
                  </a:lnTo>
                  <a:lnTo>
                    <a:pt x="360" y="294"/>
                  </a:lnTo>
                  <a:lnTo>
                    <a:pt x="354" y="300"/>
                  </a:lnTo>
                  <a:lnTo>
                    <a:pt x="348" y="306"/>
                  </a:lnTo>
                  <a:lnTo>
                    <a:pt x="348" y="282"/>
                  </a:lnTo>
                  <a:lnTo>
                    <a:pt x="354" y="270"/>
                  </a:lnTo>
                  <a:lnTo>
                    <a:pt x="366" y="264"/>
                  </a:lnTo>
                  <a:lnTo>
                    <a:pt x="372" y="258"/>
                  </a:lnTo>
                  <a:lnTo>
                    <a:pt x="378" y="252"/>
                  </a:lnTo>
                  <a:lnTo>
                    <a:pt x="366" y="222"/>
                  </a:lnTo>
                  <a:lnTo>
                    <a:pt x="354" y="198"/>
                  </a:lnTo>
                  <a:lnTo>
                    <a:pt x="342" y="186"/>
                  </a:lnTo>
                  <a:lnTo>
                    <a:pt x="336" y="180"/>
                  </a:lnTo>
                  <a:lnTo>
                    <a:pt x="330" y="180"/>
                  </a:lnTo>
                  <a:lnTo>
                    <a:pt x="324" y="186"/>
                  </a:lnTo>
                  <a:lnTo>
                    <a:pt x="318" y="186"/>
                  </a:lnTo>
                  <a:lnTo>
                    <a:pt x="312" y="186"/>
                  </a:lnTo>
                  <a:lnTo>
                    <a:pt x="306" y="186"/>
                  </a:lnTo>
                  <a:lnTo>
                    <a:pt x="300" y="180"/>
                  </a:lnTo>
                  <a:lnTo>
                    <a:pt x="294" y="174"/>
                  </a:lnTo>
                  <a:lnTo>
                    <a:pt x="294" y="162"/>
                  </a:lnTo>
                  <a:lnTo>
                    <a:pt x="288" y="150"/>
                  </a:lnTo>
                  <a:lnTo>
                    <a:pt x="288" y="144"/>
                  </a:lnTo>
                  <a:lnTo>
                    <a:pt x="294" y="138"/>
                  </a:lnTo>
                  <a:lnTo>
                    <a:pt x="294" y="132"/>
                  </a:lnTo>
                  <a:lnTo>
                    <a:pt x="300" y="126"/>
                  </a:lnTo>
                  <a:lnTo>
                    <a:pt x="300" y="120"/>
                  </a:lnTo>
                  <a:lnTo>
                    <a:pt x="312" y="120"/>
                  </a:lnTo>
                  <a:lnTo>
                    <a:pt x="318" y="120"/>
                  </a:lnTo>
                  <a:lnTo>
                    <a:pt x="330" y="120"/>
                  </a:lnTo>
                  <a:lnTo>
                    <a:pt x="348" y="132"/>
                  </a:lnTo>
                  <a:lnTo>
                    <a:pt x="360" y="150"/>
                  </a:lnTo>
                  <a:lnTo>
                    <a:pt x="366" y="174"/>
                  </a:lnTo>
                  <a:lnTo>
                    <a:pt x="372" y="192"/>
                  </a:lnTo>
                  <a:lnTo>
                    <a:pt x="378" y="204"/>
                  </a:lnTo>
                  <a:lnTo>
                    <a:pt x="384" y="216"/>
                  </a:lnTo>
                  <a:lnTo>
                    <a:pt x="390" y="234"/>
                  </a:lnTo>
                  <a:lnTo>
                    <a:pt x="390" y="198"/>
                  </a:lnTo>
                  <a:lnTo>
                    <a:pt x="396" y="168"/>
                  </a:lnTo>
                  <a:lnTo>
                    <a:pt x="402" y="144"/>
                  </a:lnTo>
                  <a:lnTo>
                    <a:pt x="408" y="120"/>
                  </a:lnTo>
                  <a:lnTo>
                    <a:pt x="420" y="102"/>
                  </a:lnTo>
                  <a:lnTo>
                    <a:pt x="426" y="90"/>
                  </a:lnTo>
                  <a:lnTo>
                    <a:pt x="438" y="78"/>
                  </a:lnTo>
                  <a:lnTo>
                    <a:pt x="444" y="78"/>
                  </a:lnTo>
                  <a:lnTo>
                    <a:pt x="450" y="78"/>
                  </a:lnTo>
                  <a:lnTo>
                    <a:pt x="456" y="78"/>
                  </a:lnTo>
                  <a:lnTo>
                    <a:pt x="462" y="84"/>
                  </a:lnTo>
                  <a:lnTo>
                    <a:pt x="468" y="90"/>
                  </a:lnTo>
                  <a:lnTo>
                    <a:pt x="468" y="96"/>
                  </a:lnTo>
                  <a:lnTo>
                    <a:pt x="468" y="102"/>
                  </a:lnTo>
                  <a:lnTo>
                    <a:pt x="474" y="114"/>
                  </a:lnTo>
                  <a:lnTo>
                    <a:pt x="474" y="120"/>
                  </a:lnTo>
                  <a:lnTo>
                    <a:pt x="474" y="126"/>
                  </a:lnTo>
                  <a:lnTo>
                    <a:pt x="474" y="132"/>
                  </a:lnTo>
                  <a:lnTo>
                    <a:pt x="468" y="138"/>
                  </a:lnTo>
                  <a:lnTo>
                    <a:pt x="468" y="144"/>
                  </a:lnTo>
                  <a:close/>
                  <a:moveTo>
                    <a:pt x="1332" y="834"/>
                  </a:moveTo>
                  <a:lnTo>
                    <a:pt x="1320" y="828"/>
                  </a:lnTo>
                  <a:lnTo>
                    <a:pt x="1302" y="822"/>
                  </a:lnTo>
                  <a:lnTo>
                    <a:pt x="1284" y="822"/>
                  </a:lnTo>
                  <a:lnTo>
                    <a:pt x="1272" y="816"/>
                  </a:lnTo>
                  <a:lnTo>
                    <a:pt x="1248" y="810"/>
                  </a:lnTo>
                  <a:lnTo>
                    <a:pt x="1230" y="810"/>
                  </a:lnTo>
                  <a:lnTo>
                    <a:pt x="1212" y="804"/>
                  </a:lnTo>
                  <a:lnTo>
                    <a:pt x="1188" y="798"/>
                  </a:lnTo>
                  <a:lnTo>
                    <a:pt x="1170" y="798"/>
                  </a:lnTo>
                  <a:lnTo>
                    <a:pt x="1152" y="798"/>
                  </a:lnTo>
                  <a:lnTo>
                    <a:pt x="1134" y="792"/>
                  </a:lnTo>
                  <a:lnTo>
                    <a:pt x="1122" y="792"/>
                  </a:lnTo>
                  <a:lnTo>
                    <a:pt x="1116" y="792"/>
                  </a:lnTo>
                  <a:lnTo>
                    <a:pt x="1110" y="792"/>
                  </a:lnTo>
                  <a:lnTo>
                    <a:pt x="1104" y="792"/>
                  </a:lnTo>
                  <a:lnTo>
                    <a:pt x="1098" y="792"/>
                  </a:lnTo>
                  <a:lnTo>
                    <a:pt x="1074" y="792"/>
                  </a:lnTo>
                  <a:lnTo>
                    <a:pt x="1062" y="792"/>
                  </a:lnTo>
                  <a:lnTo>
                    <a:pt x="1050" y="798"/>
                  </a:lnTo>
                  <a:lnTo>
                    <a:pt x="1044" y="798"/>
                  </a:lnTo>
                  <a:lnTo>
                    <a:pt x="1110" y="846"/>
                  </a:lnTo>
                  <a:lnTo>
                    <a:pt x="1116" y="852"/>
                  </a:lnTo>
                  <a:lnTo>
                    <a:pt x="1122" y="858"/>
                  </a:lnTo>
                  <a:lnTo>
                    <a:pt x="1128" y="864"/>
                  </a:lnTo>
                  <a:lnTo>
                    <a:pt x="1134" y="870"/>
                  </a:lnTo>
                  <a:lnTo>
                    <a:pt x="1134" y="876"/>
                  </a:lnTo>
                  <a:lnTo>
                    <a:pt x="1140" y="882"/>
                  </a:lnTo>
                  <a:lnTo>
                    <a:pt x="1146" y="894"/>
                  </a:lnTo>
                  <a:lnTo>
                    <a:pt x="1152" y="906"/>
                  </a:lnTo>
                  <a:lnTo>
                    <a:pt x="1158" y="900"/>
                  </a:lnTo>
                  <a:lnTo>
                    <a:pt x="1164" y="894"/>
                  </a:lnTo>
                  <a:lnTo>
                    <a:pt x="1170" y="888"/>
                  </a:lnTo>
                  <a:lnTo>
                    <a:pt x="1182" y="882"/>
                  </a:lnTo>
                  <a:lnTo>
                    <a:pt x="1194" y="876"/>
                  </a:lnTo>
                  <a:lnTo>
                    <a:pt x="1206" y="870"/>
                  </a:lnTo>
                  <a:lnTo>
                    <a:pt x="1218" y="864"/>
                  </a:lnTo>
                  <a:lnTo>
                    <a:pt x="1230" y="864"/>
                  </a:lnTo>
                  <a:lnTo>
                    <a:pt x="1248" y="858"/>
                  </a:lnTo>
                  <a:lnTo>
                    <a:pt x="1260" y="852"/>
                  </a:lnTo>
                  <a:lnTo>
                    <a:pt x="1278" y="846"/>
                  </a:lnTo>
                  <a:lnTo>
                    <a:pt x="1296" y="840"/>
                  </a:lnTo>
                  <a:lnTo>
                    <a:pt x="1314" y="834"/>
                  </a:lnTo>
                  <a:lnTo>
                    <a:pt x="1320" y="834"/>
                  </a:lnTo>
                  <a:lnTo>
                    <a:pt x="1332" y="834"/>
                  </a:lnTo>
                  <a:close/>
                  <a:moveTo>
                    <a:pt x="894" y="1062"/>
                  </a:moveTo>
                  <a:lnTo>
                    <a:pt x="888" y="990"/>
                  </a:lnTo>
                  <a:lnTo>
                    <a:pt x="846" y="624"/>
                  </a:lnTo>
                  <a:lnTo>
                    <a:pt x="840" y="624"/>
                  </a:lnTo>
                  <a:lnTo>
                    <a:pt x="828" y="624"/>
                  </a:lnTo>
                  <a:lnTo>
                    <a:pt x="822" y="624"/>
                  </a:lnTo>
                  <a:lnTo>
                    <a:pt x="816" y="624"/>
                  </a:lnTo>
                  <a:lnTo>
                    <a:pt x="804" y="624"/>
                  </a:lnTo>
                  <a:lnTo>
                    <a:pt x="798" y="624"/>
                  </a:lnTo>
                  <a:lnTo>
                    <a:pt x="792" y="624"/>
                  </a:lnTo>
                  <a:lnTo>
                    <a:pt x="786" y="624"/>
                  </a:lnTo>
                  <a:lnTo>
                    <a:pt x="774" y="624"/>
                  </a:lnTo>
                  <a:lnTo>
                    <a:pt x="762" y="624"/>
                  </a:lnTo>
                  <a:lnTo>
                    <a:pt x="750" y="624"/>
                  </a:lnTo>
                  <a:lnTo>
                    <a:pt x="738" y="624"/>
                  </a:lnTo>
                  <a:lnTo>
                    <a:pt x="732" y="624"/>
                  </a:lnTo>
                  <a:lnTo>
                    <a:pt x="720" y="618"/>
                  </a:lnTo>
                  <a:lnTo>
                    <a:pt x="708" y="618"/>
                  </a:lnTo>
                  <a:lnTo>
                    <a:pt x="690" y="612"/>
                  </a:lnTo>
                  <a:lnTo>
                    <a:pt x="708" y="738"/>
                  </a:lnTo>
                  <a:lnTo>
                    <a:pt x="720" y="894"/>
                  </a:lnTo>
                  <a:lnTo>
                    <a:pt x="720" y="912"/>
                  </a:lnTo>
                  <a:lnTo>
                    <a:pt x="720" y="930"/>
                  </a:lnTo>
                  <a:lnTo>
                    <a:pt x="714" y="948"/>
                  </a:lnTo>
                  <a:lnTo>
                    <a:pt x="714" y="966"/>
                  </a:lnTo>
                  <a:lnTo>
                    <a:pt x="708" y="978"/>
                  </a:lnTo>
                  <a:lnTo>
                    <a:pt x="702" y="996"/>
                  </a:lnTo>
                  <a:lnTo>
                    <a:pt x="696" y="1008"/>
                  </a:lnTo>
                  <a:lnTo>
                    <a:pt x="690" y="1014"/>
                  </a:lnTo>
                  <a:lnTo>
                    <a:pt x="678" y="1026"/>
                  </a:lnTo>
                  <a:lnTo>
                    <a:pt x="660" y="1038"/>
                  </a:lnTo>
                  <a:lnTo>
                    <a:pt x="648" y="1050"/>
                  </a:lnTo>
                  <a:lnTo>
                    <a:pt x="624" y="1056"/>
                  </a:lnTo>
                  <a:lnTo>
                    <a:pt x="612" y="1062"/>
                  </a:lnTo>
                  <a:lnTo>
                    <a:pt x="594" y="1068"/>
                  </a:lnTo>
                  <a:lnTo>
                    <a:pt x="576" y="1080"/>
                  </a:lnTo>
                  <a:lnTo>
                    <a:pt x="546" y="1086"/>
                  </a:lnTo>
                  <a:lnTo>
                    <a:pt x="540" y="1104"/>
                  </a:lnTo>
                  <a:lnTo>
                    <a:pt x="534" y="1116"/>
                  </a:lnTo>
                  <a:lnTo>
                    <a:pt x="528" y="1128"/>
                  </a:lnTo>
                  <a:lnTo>
                    <a:pt x="528" y="1134"/>
                  </a:lnTo>
                  <a:lnTo>
                    <a:pt x="516" y="1164"/>
                  </a:lnTo>
                  <a:lnTo>
                    <a:pt x="510" y="1188"/>
                  </a:lnTo>
                  <a:lnTo>
                    <a:pt x="504" y="1212"/>
                  </a:lnTo>
                  <a:lnTo>
                    <a:pt x="504" y="1230"/>
                  </a:lnTo>
                  <a:lnTo>
                    <a:pt x="504" y="1248"/>
                  </a:lnTo>
                  <a:lnTo>
                    <a:pt x="510" y="1266"/>
                  </a:lnTo>
                  <a:lnTo>
                    <a:pt x="516" y="1278"/>
                  </a:lnTo>
                  <a:lnTo>
                    <a:pt x="522" y="1290"/>
                  </a:lnTo>
                  <a:lnTo>
                    <a:pt x="534" y="1296"/>
                  </a:lnTo>
                  <a:lnTo>
                    <a:pt x="546" y="1302"/>
                  </a:lnTo>
                  <a:lnTo>
                    <a:pt x="552" y="1308"/>
                  </a:lnTo>
                  <a:lnTo>
                    <a:pt x="564" y="1308"/>
                  </a:lnTo>
                  <a:lnTo>
                    <a:pt x="588" y="1302"/>
                  </a:lnTo>
                  <a:lnTo>
                    <a:pt x="612" y="1290"/>
                  </a:lnTo>
                  <a:lnTo>
                    <a:pt x="642" y="1272"/>
                  </a:lnTo>
                  <a:lnTo>
                    <a:pt x="672" y="1248"/>
                  </a:lnTo>
                  <a:lnTo>
                    <a:pt x="702" y="1224"/>
                  </a:lnTo>
                  <a:lnTo>
                    <a:pt x="726" y="1200"/>
                  </a:lnTo>
                  <a:lnTo>
                    <a:pt x="744" y="1182"/>
                  </a:lnTo>
                  <a:lnTo>
                    <a:pt x="762" y="1170"/>
                  </a:lnTo>
                  <a:lnTo>
                    <a:pt x="780" y="1152"/>
                  </a:lnTo>
                  <a:lnTo>
                    <a:pt x="798" y="1140"/>
                  </a:lnTo>
                  <a:lnTo>
                    <a:pt x="810" y="1128"/>
                  </a:lnTo>
                  <a:lnTo>
                    <a:pt x="822" y="1116"/>
                  </a:lnTo>
                  <a:lnTo>
                    <a:pt x="846" y="1098"/>
                  </a:lnTo>
                  <a:lnTo>
                    <a:pt x="864" y="1086"/>
                  </a:lnTo>
                  <a:lnTo>
                    <a:pt x="882" y="1074"/>
                  </a:lnTo>
                  <a:lnTo>
                    <a:pt x="894" y="1062"/>
                  </a:lnTo>
                  <a:close/>
                  <a:moveTo>
                    <a:pt x="696" y="948"/>
                  </a:moveTo>
                  <a:lnTo>
                    <a:pt x="672" y="774"/>
                  </a:lnTo>
                  <a:lnTo>
                    <a:pt x="654" y="606"/>
                  </a:lnTo>
                  <a:lnTo>
                    <a:pt x="636" y="594"/>
                  </a:lnTo>
                  <a:lnTo>
                    <a:pt x="618" y="588"/>
                  </a:lnTo>
                  <a:lnTo>
                    <a:pt x="600" y="576"/>
                  </a:lnTo>
                  <a:lnTo>
                    <a:pt x="588" y="570"/>
                  </a:lnTo>
                  <a:lnTo>
                    <a:pt x="576" y="558"/>
                  </a:lnTo>
                  <a:lnTo>
                    <a:pt x="564" y="546"/>
                  </a:lnTo>
                  <a:lnTo>
                    <a:pt x="546" y="528"/>
                  </a:lnTo>
                  <a:lnTo>
                    <a:pt x="534" y="516"/>
                  </a:lnTo>
                  <a:lnTo>
                    <a:pt x="522" y="522"/>
                  </a:lnTo>
                  <a:lnTo>
                    <a:pt x="510" y="528"/>
                  </a:lnTo>
                  <a:lnTo>
                    <a:pt x="504" y="534"/>
                  </a:lnTo>
                  <a:lnTo>
                    <a:pt x="498" y="540"/>
                  </a:lnTo>
                  <a:lnTo>
                    <a:pt x="480" y="558"/>
                  </a:lnTo>
                  <a:lnTo>
                    <a:pt x="468" y="576"/>
                  </a:lnTo>
                  <a:lnTo>
                    <a:pt x="462" y="594"/>
                  </a:lnTo>
                  <a:lnTo>
                    <a:pt x="468" y="612"/>
                  </a:lnTo>
                  <a:lnTo>
                    <a:pt x="474" y="636"/>
                  </a:lnTo>
                  <a:lnTo>
                    <a:pt x="486" y="654"/>
                  </a:lnTo>
                  <a:lnTo>
                    <a:pt x="510" y="678"/>
                  </a:lnTo>
                  <a:lnTo>
                    <a:pt x="534" y="696"/>
                  </a:lnTo>
                  <a:lnTo>
                    <a:pt x="546" y="702"/>
                  </a:lnTo>
                  <a:lnTo>
                    <a:pt x="558" y="714"/>
                  </a:lnTo>
                  <a:lnTo>
                    <a:pt x="576" y="720"/>
                  </a:lnTo>
                  <a:lnTo>
                    <a:pt x="594" y="732"/>
                  </a:lnTo>
                  <a:lnTo>
                    <a:pt x="576" y="804"/>
                  </a:lnTo>
                  <a:lnTo>
                    <a:pt x="564" y="798"/>
                  </a:lnTo>
                  <a:lnTo>
                    <a:pt x="558" y="792"/>
                  </a:lnTo>
                  <a:lnTo>
                    <a:pt x="546" y="786"/>
                  </a:lnTo>
                  <a:lnTo>
                    <a:pt x="540" y="786"/>
                  </a:lnTo>
                  <a:lnTo>
                    <a:pt x="516" y="774"/>
                  </a:lnTo>
                  <a:lnTo>
                    <a:pt x="498" y="768"/>
                  </a:lnTo>
                  <a:lnTo>
                    <a:pt x="480" y="762"/>
                  </a:lnTo>
                  <a:lnTo>
                    <a:pt x="456" y="762"/>
                  </a:lnTo>
                  <a:lnTo>
                    <a:pt x="438" y="762"/>
                  </a:lnTo>
                  <a:lnTo>
                    <a:pt x="414" y="768"/>
                  </a:lnTo>
                  <a:lnTo>
                    <a:pt x="396" y="774"/>
                  </a:lnTo>
                  <a:lnTo>
                    <a:pt x="372" y="780"/>
                  </a:lnTo>
                  <a:lnTo>
                    <a:pt x="360" y="792"/>
                  </a:lnTo>
                  <a:lnTo>
                    <a:pt x="342" y="798"/>
                  </a:lnTo>
                  <a:lnTo>
                    <a:pt x="318" y="810"/>
                  </a:lnTo>
                  <a:lnTo>
                    <a:pt x="294" y="828"/>
                  </a:lnTo>
                  <a:lnTo>
                    <a:pt x="282" y="834"/>
                  </a:lnTo>
                  <a:lnTo>
                    <a:pt x="270" y="840"/>
                  </a:lnTo>
                  <a:lnTo>
                    <a:pt x="258" y="852"/>
                  </a:lnTo>
                  <a:lnTo>
                    <a:pt x="246" y="858"/>
                  </a:lnTo>
                  <a:lnTo>
                    <a:pt x="228" y="870"/>
                  </a:lnTo>
                  <a:lnTo>
                    <a:pt x="216" y="882"/>
                  </a:lnTo>
                  <a:lnTo>
                    <a:pt x="198" y="900"/>
                  </a:lnTo>
                  <a:lnTo>
                    <a:pt x="180" y="912"/>
                  </a:lnTo>
                  <a:lnTo>
                    <a:pt x="174" y="918"/>
                  </a:lnTo>
                  <a:lnTo>
                    <a:pt x="174" y="930"/>
                  </a:lnTo>
                  <a:lnTo>
                    <a:pt x="168" y="948"/>
                  </a:lnTo>
                  <a:lnTo>
                    <a:pt x="162" y="966"/>
                  </a:lnTo>
                  <a:lnTo>
                    <a:pt x="156" y="984"/>
                  </a:lnTo>
                  <a:lnTo>
                    <a:pt x="156" y="1002"/>
                  </a:lnTo>
                  <a:lnTo>
                    <a:pt x="150" y="1008"/>
                  </a:lnTo>
                  <a:lnTo>
                    <a:pt x="150" y="1020"/>
                  </a:lnTo>
                  <a:lnTo>
                    <a:pt x="150" y="1032"/>
                  </a:lnTo>
                  <a:lnTo>
                    <a:pt x="156" y="1038"/>
                  </a:lnTo>
                  <a:lnTo>
                    <a:pt x="162" y="1044"/>
                  </a:lnTo>
                  <a:lnTo>
                    <a:pt x="168" y="1044"/>
                  </a:lnTo>
                  <a:lnTo>
                    <a:pt x="174" y="1044"/>
                  </a:lnTo>
                  <a:lnTo>
                    <a:pt x="180" y="1044"/>
                  </a:lnTo>
                  <a:lnTo>
                    <a:pt x="186" y="1032"/>
                  </a:lnTo>
                  <a:lnTo>
                    <a:pt x="192" y="1026"/>
                  </a:lnTo>
                  <a:lnTo>
                    <a:pt x="198" y="1020"/>
                  </a:lnTo>
                  <a:lnTo>
                    <a:pt x="198" y="1014"/>
                  </a:lnTo>
                  <a:lnTo>
                    <a:pt x="204" y="1008"/>
                  </a:lnTo>
                  <a:lnTo>
                    <a:pt x="204" y="1002"/>
                  </a:lnTo>
                  <a:lnTo>
                    <a:pt x="204" y="1008"/>
                  </a:lnTo>
                  <a:lnTo>
                    <a:pt x="204" y="1014"/>
                  </a:lnTo>
                  <a:lnTo>
                    <a:pt x="204" y="1020"/>
                  </a:lnTo>
                  <a:lnTo>
                    <a:pt x="204" y="1026"/>
                  </a:lnTo>
                  <a:lnTo>
                    <a:pt x="204" y="1032"/>
                  </a:lnTo>
                  <a:lnTo>
                    <a:pt x="204" y="1038"/>
                  </a:lnTo>
                  <a:lnTo>
                    <a:pt x="204" y="1044"/>
                  </a:lnTo>
                  <a:lnTo>
                    <a:pt x="198" y="1050"/>
                  </a:lnTo>
                  <a:lnTo>
                    <a:pt x="192" y="1062"/>
                  </a:lnTo>
                  <a:lnTo>
                    <a:pt x="186" y="1068"/>
                  </a:lnTo>
                  <a:lnTo>
                    <a:pt x="180" y="1080"/>
                  </a:lnTo>
                  <a:lnTo>
                    <a:pt x="174" y="1080"/>
                  </a:lnTo>
                  <a:lnTo>
                    <a:pt x="162" y="1110"/>
                  </a:lnTo>
                  <a:lnTo>
                    <a:pt x="156" y="1134"/>
                  </a:lnTo>
                  <a:lnTo>
                    <a:pt x="156" y="1158"/>
                  </a:lnTo>
                  <a:lnTo>
                    <a:pt x="150" y="1188"/>
                  </a:lnTo>
                  <a:lnTo>
                    <a:pt x="150" y="1194"/>
                  </a:lnTo>
                  <a:lnTo>
                    <a:pt x="150" y="1200"/>
                  </a:lnTo>
                  <a:lnTo>
                    <a:pt x="150" y="1206"/>
                  </a:lnTo>
                  <a:lnTo>
                    <a:pt x="150" y="1218"/>
                  </a:lnTo>
                  <a:lnTo>
                    <a:pt x="150" y="1236"/>
                  </a:lnTo>
                  <a:lnTo>
                    <a:pt x="156" y="1254"/>
                  </a:lnTo>
                  <a:lnTo>
                    <a:pt x="156" y="1272"/>
                  </a:lnTo>
                  <a:lnTo>
                    <a:pt x="162" y="1284"/>
                  </a:lnTo>
                  <a:lnTo>
                    <a:pt x="174" y="1302"/>
                  </a:lnTo>
                  <a:lnTo>
                    <a:pt x="180" y="1308"/>
                  </a:lnTo>
                  <a:lnTo>
                    <a:pt x="192" y="1314"/>
                  </a:lnTo>
                  <a:lnTo>
                    <a:pt x="210" y="1314"/>
                  </a:lnTo>
                  <a:lnTo>
                    <a:pt x="216" y="1314"/>
                  </a:lnTo>
                  <a:lnTo>
                    <a:pt x="228" y="1308"/>
                  </a:lnTo>
                  <a:lnTo>
                    <a:pt x="240" y="1302"/>
                  </a:lnTo>
                  <a:lnTo>
                    <a:pt x="252" y="1290"/>
                  </a:lnTo>
                  <a:lnTo>
                    <a:pt x="264" y="1278"/>
                  </a:lnTo>
                  <a:lnTo>
                    <a:pt x="276" y="1266"/>
                  </a:lnTo>
                  <a:lnTo>
                    <a:pt x="288" y="1248"/>
                  </a:lnTo>
                  <a:lnTo>
                    <a:pt x="306" y="1224"/>
                  </a:lnTo>
                  <a:lnTo>
                    <a:pt x="324" y="1200"/>
                  </a:lnTo>
                  <a:lnTo>
                    <a:pt x="336" y="1182"/>
                  </a:lnTo>
                  <a:lnTo>
                    <a:pt x="348" y="1164"/>
                  </a:lnTo>
                  <a:lnTo>
                    <a:pt x="360" y="1152"/>
                  </a:lnTo>
                  <a:lnTo>
                    <a:pt x="372" y="1140"/>
                  </a:lnTo>
                  <a:lnTo>
                    <a:pt x="384" y="1122"/>
                  </a:lnTo>
                  <a:lnTo>
                    <a:pt x="396" y="1110"/>
                  </a:lnTo>
                  <a:lnTo>
                    <a:pt x="414" y="1092"/>
                  </a:lnTo>
                  <a:lnTo>
                    <a:pt x="426" y="1080"/>
                  </a:lnTo>
                  <a:lnTo>
                    <a:pt x="438" y="1068"/>
                  </a:lnTo>
                  <a:lnTo>
                    <a:pt x="450" y="1062"/>
                  </a:lnTo>
                  <a:lnTo>
                    <a:pt x="462" y="1050"/>
                  </a:lnTo>
                  <a:lnTo>
                    <a:pt x="468" y="1050"/>
                  </a:lnTo>
                  <a:lnTo>
                    <a:pt x="480" y="1044"/>
                  </a:lnTo>
                  <a:lnTo>
                    <a:pt x="498" y="1038"/>
                  </a:lnTo>
                  <a:lnTo>
                    <a:pt x="522" y="1026"/>
                  </a:lnTo>
                  <a:lnTo>
                    <a:pt x="546" y="1020"/>
                  </a:lnTo>
                  <a:lnTo>
                    <a:pt x="570" y="1014"/>
                  </a:lnTo>
                  <a:lnTo>
                    <a:pt x="600" y="1002"/>
                  </a:lnTo>
                  <a:lnTo>
                    <a:pt x="630" y="990"/>
                  </a:lnTo>
                  <a:lnTo>
                    <a:pt x="660" y="978"/>
                  </a:lnTo>
                  <a:lnTo>
                    <a:pt x="678" y="966"/>
                  </a:lnTo>
                  <a:lnTo>
                    <a:pt x="690" y="960"/>
                  </a:lnTo>
                  <a:lnTo>
                    <a:pt x="696" y="948"/>
                  </a:lnTo>
                  <a:close/>
                  <a:moveTo>
                    <a:pt x="840" y="798"/>
                  </a:moveTo>
                  <a:lnTo>
                    <a:pt x="840" y="804"/>
                  </a:lnTo>
                  <a:lnTo>
                    <a:pt x="840" y="816"/>
                  </a:lnTo>
                  <a:lnTo>
                    <a:pt x="840" y="822"/>
                  </a:lnTo>
                  <a:lnTo>
                    <a:pt x="834" y="822"/>
                  </a:lnTo>
                  <a:lnTo>
                    <a:pt x="834" y="828"/>
                  </a:lnTo>
                  <a:lnTo>
                    <a:pt x="834" y="834"/>
                  </a:lnTo>
                  <a:lnTo>
                    <a:pt x="834" y="846"/>
                  </a:lnTo>
                  <a:lnTo>
                    <a:pt x="834" y="852"/>
                  </a:lnTo>
                  <a:lnTo>
                    <a:pt x="828" y="858"/>
                  </a:lnTo>
                  <a:lnTo>
                    <a:pt x="828" y="864"/>
                  </a:lnTo>
                  <a:lnTo>
                    <a:pt x="822" y="870"/>
                  </a:lnTo>
                  <a:lnTo>
                    <a:pt x="816" y="876"/>
                  </a:lnTo>
                  <a:lnTo>
                    <a:pt x="810" y="882"/>
                  </a:lnTo>
                  <a:lnTo>
                    <a:pt x="804" y="888"/>
                  </a:lnTo>
                  <a:lnTo>
                    <a:pt x="792" y="888"/>
                  </a:lnTo>
                  <a:lnTo>
                    <a:pt x="780" y="882"/>
                  </a:lnTo>
                  <a:lnTo>
                    <a:pt x="768" y="870"/>
                  </a:lnTo>
                  <a:lnTo>
                    <a:pt x="756" y="858"/>
                  </a:lnTo>
                  <a:lnTo>
                    <a:pt x="756" y="834"/>
                  </a:lnTo>
                  <a:lnTo>
                    <a:pt x="756" y="816"/>
                  </a:lnTo>
                  <a:lnTo>
                    <a:pt x="762" y="804"/>
                  </a:lnTo>
                  <a:lnTo>
                    <a:pt x="774" y="780"/>
                  </a:lnTo>
                  <a:lnTo>
                    <a:pt x="786" y="756"/>
                  </a:lnTo>
                  <a:lnTo>
                    <a:pt x="798" y="726"/>
                  </a:lnTo>
                  <a:lnTo>
                    <a:pt x="810" y="702"/>
                  </a:lnTo>
                  <a:lnTo>
                    <a:pt x="816" y="684"/>
                  </a:lnTo>
                  <a:lnTo>
                    <a:pt x="828" y="672"/>
                  </a:lnTo>
                  <a:lnTo>
                    <a:pt x="822" y="690"/>
                  </a:lnTo>
                  <a:lnTo>
                    <a:pt x="816" y="708"/>
                  </a:lnTo>
                  <a:lnTo>
                    <a:pt x="810" y="720"/>
                  </a:lnTo>
                  <a:lnTo>
                    <a:pt x="804" y="732"/>
                  </a:lnTo>
                  <a:lnTo>
                    <a:pt x="792" y="762"/>
                  </a:lnTo>
                  <a:lnTo>
                    <a:pt x="786" y="786"/>
                  </a:lnTo>
                  <a:lnTo>
                    <a:pt x="780" y="804"/>
                  </a:lnTo>
                  <a:lnTo>
                    <a:pt x="780" y="822"/>
                  </a:lnTo>
                  <a:lnTo>
                    <a:pt x="780" y="834"/>
                  </a:lnTo>
                  <a:lnTo>
                    <a:pt x="786" y="840"/>
                  </a:lnTo>
                  <a:lnTo>
                    <a:pt x="792" y="846"/>
                  </a:lnTo>
                  <a:lnTo>
                    <a:pt x="798" y="852"/>
                  </a:lnTo>
                  <a:lnTo>
                    <a:pt x="804" y="846"/>
                  </a:lnTo>
                  <a:lnTo>
                    <a:pt x="816" y="846"/>
                  </a:lnTo>
                  <a:lnTo>
                    <a:pt x="822" y="834"/>
                  </a:lnTo>
                  <a:lnTo>
                    <a:pt x="828" y="828"/>
                  </a:lnTo>
                  <a:lnTo>
                    <a:pt x="828" y="822"/>
                  </a:lnTo>
                  <a:lnTo>
                    <a:pt x="834" y="816"/>
                  </a:lnTo>
                  <a:lnTo>
                    <a:pt x="834" y="810"/>
                  </a:lnTo>
                  <a:lnTo>
                    <a:pt x="840" y="798"/>
                  </a:lnTo>
                  <a:close/>
                  <a:moveTo>
                    <a:pt x="564" y="900"/>
                  </a:moveTo>
                  <a:lnTo>
                    <a:pt x="516" y="954"/>
                  </a:lnTo>
                  <a:lnTo>
                    <a:pt x="486" y="918"/>
                  </a:lnTo>
                  <a:lnTo>
                    <a:pt x="444" y="966"/>
                  </a:lnTo>
                  <a:lnTo>
                    <a:pt x="390" y="912"/>
                  </a:lnTo>
                  <a:lnTo>
                    <a:pt x="438" y="864"/>
                  </a:lnTo>
                  <a:lnTo>
                    <a:pt x="462" y="894"/>
                  </a:lnTo>
                  <a:lnTo>
                    <a:pt x="510" y="846"/>
                  </a:lnTo>
                  <a:lnTo>
                    <a:pt x="564" y="900"/>
                  </a:lnTo>
                  <a:close/>
                  <a:moveTo>
                    <a:pt x="738" y="1122"/>
                  </a:moveTo>
                  <a:lnTo>
                    <a:pt x="690" y="1170"/>
                  </a:lnTo>
                  <a:lnTo>
                    <a:pt x="636" y="1116"/>
                  </a:lnTo>
                  <a:lnTo>
                    <a:pt x="684" y="1068"/>
                  </a:lnTo>
                  <a:lnTo>
                    <a:pt x="738" y="1122"/>
                  </a:lnTo>
                  <a:close/>
                </a:path>
              </a:pathLst>
            </a:custGeom>
            <a:solidFill>
              <a:srgbClr val="000066"/>
            </a:solid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8" name="Freeform 11"/>
            <p:cNvSpPr>
              <a:spLocks/>
            </p:cNvSpPr>
            <p:nvPr/>
          </p:nvSpPr>
          <p:spPr bwMode="auto">
            <a:xfrm>
              <a:off x="5811124" y="2369031"/>
              <a:ext cx="132127" cy="371233"/>
            </a:xfrm>
            <a:custGeom>
              <a:avLst/>
              <a:gdLst>
                <a:gd name="T0" fmla="*/ 72 w 72"/>
                <a:gd name="T1" fmla="*/ 120 h 192"/>
                <a:gd name="T2" fmla="*/ 72 w 72"/>
                <a:gd name="T3" fmla="*/ 138 h 192"/>
                <a:gd name="T4" fmla="*/ 66 w 72"/>
                <a:gd name="T5" fmla="*/ 156 h 192"/>
                <a:gd name="T6" fmla="*/ 60 w 72"/>
                <a:gd name="T7" fmla="*/ 174 h 192"/>
                <a:gd name="T8" fmla="*/ 54 w 72"/>
                <a:gd name="T9" fmla="*/ 192 h 192"/>
                <a:gd name="T10" fmla="*/ 54 w 72"/>
                <a:gd name="T11" fmla="*/ 168 h 192"/>
                <a:gd name="T12" fmla="*/ 54 w 72"/>
                <a:gd name="T13" fmla="*/ 132 h 192"/>
                <a:gd name="T14" fmla="*/ 54 w 72"/>
                <a:gd name="T15" fmla="*/ 114 h 192"/>
                <a:gd name="T16" fmla="*/ 48 w 72"/>
                <a:gd name="T17" fmla="*/ 102 h 192"/>
                <a:gd name="T18" fmla="*/ 36 w 72"/>
                <a:gd name="T19" fmla="*/ 84 h 192"/>
                <a:gd name="T20" fmla="*/ 24 w 72"/>
                <a:gd name="T21" fmla="*/ 66 h 192"/>
                <a:gd name="T22" fmla="*/ 24 w 72"/>
                <a:gd name="T23" fmla="*/ 60 h 192"/>
                <a:gd name="T24" fmla="*/ 18 w 72"/>
                <a:gd name="T25" fmla="*/ 54 h 192"/>
                <a:gd name="T26" fmla="*/ 12 w 72"/>
                <a:gd name="T27" fmla="*/ 48 h 192"/>
                <a:gd name="T28" fmla="*/ 6 w 72"/>
                <a:gd name="T29" fmla="*/ 48 h 192"/>
                <a:gd name="T30" fmla="*/ 6 w 72"/>
                <a:gd name="T31" fmla="*/ 42 h 192"/>
                <a:gd name="T32" fmla="*/ 0 w 72"/>
                <a:gd name="T33" fmla="*/ 42 h 192"/>
                <a:gd name="T34" fmla="*/ 0 w 72"/>
                <a:gd name="T35" fmla="*/ 36 h 192"/>
                <a:gd name="T36" fmla="*/ 12 w 72"/>
                <a:gd name="T37" fmla="*/ 0 h 192"/>
                <a:gd name="T38" fmla="*/ 24 w 72"/>
                <a:gd name="T39" fmla="*/ 12 h 192"/>
                <a:gd name="T40" fmla="*/ 30 w 72"/>
                <a:gd name="T41" fmla="*/ 24 h 192"/>
                <a:gd name="T42" fmla="*/ 42 w 72"/>
                <a:gd name="T43" fmla="*/ 36 h 192"/>
                <a:gd name="T44" fmla="*/ 54 w 72"/>
                <a:gd name="T45" fmla="*/ 54 h 192"/>
                <a:gd name="T46" fmla="*/ 60 w 72"/>
                <a:gd name="T47" fmla="*/ 72 h 192"/>
                <a:gd name="T48" fmla="*/ 66 w 72"/>
                <a:gd name="T49" fmla="*/ 90 h 192"/>
                <a:gd name="T50" fmla="*/ 72 w 72"/>
                <a:gd name="T51" fmla="*/ 108 h 192"/>
                <a:gd name="T52" fmla="*/ 72 w 72"/>
                <a:gd name="T53" fmla="*/ 120 h 19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2"/>
                <a:gd name="T82" fmla="*/ 0 h 192"/>
                <a:gd name="T83" fmla="*/ 72 w 72"/>
                <a:gd name="T84" fmla="*/ 192 h 19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2" h="192">
                  <a:moveTo>
                    <a:pt x="72" y="120"/>
                  </a:moveTo>
                  <a:lnTo>
                    <a:pt x="72" y="138"/>
                  </a:lnTo>
                  <a:lnTo>
                    <a:pt x="66" y="156"/>
                  </a:lnTo>
                  <a:lnTo>
                    <a:pt x="60" y="174"/>
                  </a:lnTo>
                  <a:lnTo>
                    <a:pt x="54" y="192"/>
                  </a:lnTo>
                  <a:lnTo>
                    <a:pt x="54" y="168"/>
                  </a:lnTo>
                  <a:lnTo>
                    <a:pt x="54" y="132"/>
                  </a:lnTo>
                  <a:lnTo>
                    <a:pt x="54" y="114"/>
                  </a:lnTo>
                  <a:lnTo>
                    <a:pt x="48" y="102"/>
                  </a:lnTo>
                  <a:lnTo>
                    <a:pt x="36" y="84"/>
                  </a:lnTo>
                  <a:lnTo>
                    <a:pt x="24" y="66"/>
                  </a:lnTo>
                  <a:lnTo>
                    <a:pt x="24" y="60"/>
                  </a:lnTo>
                  <a:lnTo>
                    <a:pt x="18" y="54"/>
                  </a:lnTo>
                  <a:lnTo>
                    <a:pt x="12" y="48"/>
                  </a:lnTo>
                  <a:lnTo>
                    <a:pt x="6" y="48"/>
                  </a:lnTo>
                  <a:lnTo>
                    <a:pt x="6" y="42"/>
                  </a:lnTo>
                  <a:lnTo>
                    <a:pt x="0" y="42"/>
                  </a:lnTo>
                  <a:lnTo>
                    <a:pt x="0" y="36"/>
                  </a:lnTo>
                  <a:lnTo>
                    <a:pt x="12" y="0"/>
                  </a:lnTo>
                  <a:lnTo>
                    <a:pt x="24" y="12"/>
                  </a:lnTo>
                  <a:lnTo>
                    <a:pt x="30" y="24"/>
                  </a:lnTo>
                  <a:lnTo>
                    <a:pt x="42" y="36"/>
                  </a:lnTo>
                  <a:lnTo>
                    <a:pt x="54" y="54"/>
                  </a:lnTo>
                  <a:lnTo>
                    <a:pt x="60" y="72"/>
                  </a:lnTo>
                  <a:lnTo>
                    <a:pt x="66" y="90"/>
                  </a:lnTo>
                  <a:lnTo>
                    <a:pt x="72" y="108"/>
                  </a:lnTo>
                  <a:lnTo>
                    <a:pt x="72" y="12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9" name="Freeform 12"/>
            <p:cNvSpPr>
              <a:spLocks/>
            </p:cNvSpPr>
            <p:nvPr/>
          </p:nvSpPr>
          <p:spPr bwMode="auto">
            <a:xfrm>
              <a:off x="6306599" y="2357430"/>
              <a:ext cx="220211" cy="1635747"/>
            </a:xfrm>
            <a:custGeom>
              <a:avLst/>
              <a:gdLst>
                <a:gd name="T0" fmla="*/ 120 w 120"/>
                <a:gd name="T1" fmla="*/ 630 h 846"/>
                <a:gd name="T2" fmla="*/ 120 w 120"/>
                <a:gd name="T3" fmla="*/ 642 h 846"/>
                <a:gd name="T4" fmla="*/ 120 w 120"/>
                <a:gd name="T5" fmla="*/ 654 h 846"/>
                <a:gd name="T6" fmla="*/ 120 w 120"/>
                <a:gd name="T7" fmla="*/ 660 h 846"/>
                <a:gd name="T8" fmla="*/ 120 w 120"/>
                <a:gd name="T9" fmla="*/ 672 h 846"/>
                <a:gd name="T10" fmla="*/ 120 w 120"/>
                <a:gd name="T11" fmla="*/ 684 h 846"/>
                <a:gd name="T12" fmla="*/ 120 w 120"/>
                <a:gd name="T13" fmla="*/ 696 h 846"/>
                <a:gd name="T14" fmla="*/ 120 w 120"/>
                <a:gd name="T15" fmla="*/ 702 h 846"/>
                <a:gd name="T16" fmla="*/ 120 w 120"/>
                <a:gd name="T17" fmla="*/ 714 h 846"/>
                <a:gd name="T18" fmla="*/ 120 w 120"/>
                <a:gd name="T19" fmla="*/ 762 h 846"/>
                <a:gd name="T20" fmla="*/ 114 w 120"/>
                <a:gd name="T21" fmla="*/ 798 h 846"/>
                <a:gd name="T22" fmla="*/ 114 w 120"/>
                <a:gd name="T23" fmla="*/ 828 h 846"/>
                <a:gd name="T24" fmla="*/ 102 w 120"/>
                <a:gd name="T25" fmla="*/ 846 h 846"/>
                <a:gd name="T26" fmla="*/ 102 w 120"/>
                <a:gd name="T27" fmla="*/ 840 h 846"/>
                <a:gd name="T28" fmla="*/ 102 w 120"/>
                <a:gd name="T29" fmla="*/ 828 h 846"/>
                <a:gd name="T30" fmla="*/ 102 w 120"/>
                <a:gd name="T31" fmla="*/ 810 h 846"/>
                <a:gd name="T32" fmla="*/ 96 w 120"/>
                <a:gd name="T33" fmla="*/ 792 h 846"/>
                <a:gd name="T34" fmla="*/ 96 w 120"/>
                <a:gd name="T35" fmla="*/ 768 h 846"/>
                <a:gd name="T36" fmla="*/ 96 w 120"/>
                <a:gd name="T37" fmla="*/ 750 h 846"/>
                <a:gd name="T38" fmla="*/ 96 w 120"/>
                <a:gd name="T39" fmla="*/ 744 h 846"/>
                <a:gd name="T40" fmla="*/ 96 w 120"/>
                <a:gd name="T41" fmla="*/ 738 h 846"/>
                <a:gd name="T42" fmla="*/ 60 w 120"/>
                <a:gd name="T43" fmla="*/ 450 h 846"/>
                <a:gd name="T44" fmla="*/ 18 w 120"/>
                <a:gd name="T45" fmla="*/ 126 h 846"/>
                <a:gd name="T46" fmla="*/ 18 w 120"/>
                <a:gd name="T47" fmla="*/ 120 h 846"/>
                <a:gd name="T48" fmla="*/ 18 w 120"/>
                <a:gd name="T49" fmla="*/ 114 h 846"/>
                <a:gd name="T50" fmla="*/ 12 w 120"/>
                <a:gd name="T51" fmla="*/ 108 h 846"/>
                <a:gd name="T52" fmla="*/ 12 w 120"/>
                <a:gd name="T53" fmla="*/ 102 h 846"/>
                <a:gd name="T54" fmla="*/ 6 w 120"/>
                <a:gd name="T55" fmla="*/ 96 h 846"/>
                <a:gd name="T56" fmla="*/ 6 w 120"/>
                <a:gd name="T57" fmla="*/ 90 h 846"/>
                <a:gd name="T58" fmla="*/ 0 w 120"/>
                <a:gd name="T59" fmla="*/ 84 h 846"/>
                <a:gd name="T60" fmla="*/ 0 w 120"/>
                <a:gd name="T61" fmla="*/ 78 h 846"/>
                <a:gd name="T62" fmla="*/ 24 w 120"/>
                <a:gd name="T63" fmla="*/ 0 h 846"/>
                <a:gd name="T64" fmla="*/ 90 w 120"/>
                <a:gd name="T65" fmla="*/ 150 h 846"/>
                <a:gd name="T66" fmla="*/ 90 w 120"/>
                <a:gd name="T67" fmla="*/ 174 h 846"/>
                <a:gd name="T68" fmla="*/ 60 w 120"/>
                <a:gd name="T69" fmla="*/ 138 h 846"/>
                <a:gd name="T70" fmla="*/ 54 w 120"/>
                <a:gd name="T71" fmla="*/ 156 h 846"/>
                <a:gd name="T72" fmla="*/ 84 w 120"/>
                <a:gd name="T73" fmla="*/ 396 h 846"/>
                <a:gd name="T74" fmla="*/ 120 w 120"/>
                <a:gd name="T75" fmla="*/ 630 h 8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20"/>
                <a:gd name="T115" fmla="*/ 0 h 846"/>
                <a:gd name="T116" fmla="*/ 120 w 120"/>
                <a:gd name="T117" fmla="*/ 846 h 8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20" h="846">
                  <a:moveTo>
                    <a:pt x="120" y="630"/>
                  </a:moveTo>
                  <a:lnTo>
                    <a:pt x="120" y="642"/>
                  </a:lnTo>
                  <a:lnTo>
                    <a:pt x="120" y="654"/>
                  </a:lnTo>
                  <a:lnTo>
                    <a:pt x="120" y="660"/>
                  </a:lnTo>
                  <a:lnTo>
                    <a:pt x="120" y="672"/>
                  </a:lnTo>
                  <a:lnTo>
                    <a:pt x="120" y="684"/>
                  </a:lnTo>
                  <a:lnTo>
                    <a:pt x="120" y="696"/>
                  </a:lnTo>
                  <a:lnTo>
                    <a:pt x="120" y="702"/>
                  </a:lnTo>
                  <a:lnTo>
                    <a:pt x="120" y="714"/>
                  </a:lnTo>
                  <a:lnTo>
                    <a:pt x="120" y="762"/>
                  </a:lnTo>
                  <a:lnTo>
                    <a:pt x="114" y="798"/>
                  </a:lnTo>
                  <a:lnTo>
                    <a:pt x="114" y="828"/>
                  </a:lnTo>
                  <a:lnTo>
                    <a:pt x="102" y="846"/>
                  </a:lnTo>
                  <a:lnTo>
                    <a:pt x="102" y="840"/>
                  </a:lnTo>
                  <a:lnTo>
                    <a:pt x="102" y="828"/>
                  </a:lnTo>
                  <a:lnTo>
                    <a:pt x="102" y="810"/>
                  </a:lnTo>
                  <a:lnTo>
                    <a:pt x="96" y="792"/>
                  </a:lnTo>
                  <a:lnTo>
                    <a:pt x="96" y="768"/>
                  </a:lnTo>
                  <a:lnTo>
                    <a:pt x="96" y="750"/>
                  </a:lnTo>
                  <a:lnTo>
                    <a:pt x="96" y="744"/>
                  </a:lnTo>
                  <a:lnTo>
                    <a:pt x="96" y="738"/>
                  </a:lnTo>
                  <a:lnTo>
                    <a:pt x="60" y="450"/>
                  </a:lnTo>
                  <a:lnTo>
                    <a:pt x="18" y="126"/>
                  </a:lnTo>
                  <a:lnTo>
                    <a:pt x="18" y="120"/>
                  </a:lnTo>
                  <a:lnTo>
                    <a:pt x="18" y="114"/>
                  </a:lnTo>
                  <a:lnTo>
                    <a:pt x="12" y="108"/>
                  </a:lnTo>
                  <a:lnTo>
                    <a:pt x="12" y="102"/>
                  </a:lnTo>
                  <a:lnTo>
                    <a:pt x="6" y="96"/>
                  </a:lnTo>
                  <a:lnTo>
                    <a:pt x="6" y="90"/>
                  </a:lnTo>
                  <a:lnTo>
                    <a:pt x="0" y="84"/>
                  </a:lnTo>
                  <a:lnTo>
                    <a:pt x="0" y="78"/>
                  </a:lnTo>
                  <a:lnTo>
                    <a:pt x="24" y="0"/>
                  </a:lnTo>
                  <a:lnTo>
                    <a:pt x="90" y="150"/>
                  </a:lnTo>
                  <a:lnTo>
                    <a:pt x="90" y="174"/>
                  </a:lnTo>
                  <a:lnTo>
                    <a:pt x="60" y="138"/>
                  </a:lnTo>
                  <a:lnTo>
                    <a:pt x="54" y="156"/>
                  </a:lnTo>
                  <a:lnTo>
                    <a:pt x="84" y="396"/>
                  </a:lnTo>
                  <a:lnTo>
                    <a:pt x="120" y="63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0" name="Freeform 13"/>
            <p:cNvSpPr>
              <a:spLocks/>
            </p:cNvSpPr>
            <p:nvPr/>
          </p:nvSpPr>
          <p:spPr bwMode="auto">
            <a:xfrm>
              <a:off x="5778092" y="2763466"/>
              <a:ext cx="253243" cy="255223"/>
            </a:xfrm>
            <a:custGeom>
              <a:avLst/>
              <a:gdLst>
                <a:gd name="T0" fmla="*/ 138 w 138"/>
                <a:gd name="T1" fmla="*/ 90 h 132"/>
                <a:gd name="T2" fmla="*/ 138 w 138"/>
                <a:gd name="T3" fmla="*/ 108 h 132"/>
                <a:gd name="T4" fmla="*/ 126 w 138"/>
                <a:gd name="T5" fmla="*/ 114 h 132"/>
                <a:gd name="T6" fmla="*/ 114 w 138"/>
                <a:gd name="T7" fmla="*/ 120 h 132"/>
                <a:gd name="T8" fmla="*/ 102 w 138"/>
                <a:gd name="T9" fmla="*/ 126 h 132"/>
                <a:gd name="T10" fmla="*/ 90 w 138"/>
                <a:gd name="T11" fmla="*/ 120 h 132"/>
                <a:gd name="T12" fmla="*/ 84 w 138"/>
                <a:gd name="T13" fmla="*/ 108 h 132"/>
                <a:gd name="T14" fmla="*/ 78 w 138"/>
                <a:gd name="T15" fmla="*/ 96 h 132"/>
                <a:gd name="T16" fmla="*/ 72 w 138"/>
                <a:gd name="T17" fmla="*/ 114 h 132"/>
                <a:gd name="T18" fmla="*/ 66 w 138"/>
                <a:gd name="T19" fmla="*/ 126 h 132"/>
                <a:gd name="T20" fmla="*/ 54 w 138"/>
                <a:gd name="T21" fmla="*/ 132 h 132"/>
                <a:gd name="T22" fmla="*/ 42 w 138"/>
                <a:gd name="T23" fmla="*/ 132 h 132"/>
                <a:gd name="T24" fmla="*/ 24 w 138"/>
                <a:gd name="T25" fmla="*/ 126 h 132"/>
                <a:gd name="T26" fmla="*/ 18 w 138"/>
                <a:gd name="T27" fmla="*/ 114 h 132"/>
                <a:gd name="T28" fmla="*/ 12 w 138"/>
                <a:gd name="T29" fmla="*/ 96 h 132"/>
                <a:gd name="T30" fmla="*/ 12 w 138"/>
                <a:gd name="T31" fmla="*/ 72 h 132"/>
                <a:gd name="T32" fmla="*/ 6 w 138"/>
                <a:gd name="T33" fmla="*/ 66 h 132"/>
                <a:gd name="T34" fmla="*/ 12 w 138"/>
                <a:gd name="T35" fmla="*/ 54 h 132"/>
                <a:gd name="T36" fmla="*/ 12 w 138"/>
                <a:gd name="T37" fmla="*/ 54 h 132"/>
                <a:gd name="T38" fmla="*/ 0 w 138"/>
                <a:gd name="T39" fmla="*/ 60 h 132"/>
                <a:gd name="T40" fmla="*/ 0 w 138"/>
                <a:gd name="T41" fmla="*/ 48 h 132"/>
                <a:gd name="T42" fmla="*/ 6 w 138"/>
                <a:gd name="T43" fmla="*/ 36 h 132"/>
                <a:gd name="T44" fmla="*/ 12 w 138"/>
                <a:gd name="T45" fmla="*/ 24 h 132"/>
                <a:gd name="T46" fmla="*/ 24 w 138"/>
                <a:gd name="T47" fmla="*/ 18 h 132"/>
                <a:gd name="T48" fmla="*/ 30 w 138"/>
                <a:gd name="T49" fmla="*/ 48 h 132"/>
                <a:gd name="T50" fmla="*/ 36 w 138"/>
                <a:gd name="T51" fmla="*/ 90 h 132"/>
                <a:gd name="T52" fmla="*/ 48 w 138"/>
                <a:gd name="T53" fmla="*/ 102 h 132"/>
                <a:gd name="T54" fmla="*/ 66 w 138"/>
                <a:gd name="T55" fmla="*/ 96 h 132"/>
                <a:gd name="T56" fmla="*/ 72 w 138"/>
                <a:gd name="T57" fmla="*/ 72 h 132"/>
                <a:gd name="T58" fmla="*/ 60 w 138"/>
                <a:gd name="T59" fmla="*/ 24 h 132"/>
                <a:gd name="T60" fmla="*/ 78 w 138"/>
                <a:gd name="T61" fmla="*/ 12 h 132"/>
                <a:gd name="T62" fmla="*/ 84 w 138"/>
                <a:gd name="T63" fmla="*/ 24 h 132"/>
                <a:gd name="T64" fmla="*/ 84 w 138"/>
                <a:gd name="T65" fmla="*/ 42 h 132"/>
                <a:gd name="T66" fmla="*/ 90 w 138"/>
                <a:gd name="T67" fmla="*/ 54 h 132"/>
                <a:gd name="T68" fmla="*/ 90 w 138"/>
                <a:gd name="T69" fmla="*/ 66 h 132"/>
                <a:gd name="T70" fmla="*/ 96 w 138"/>
                <a:gd name="T71" fmla="*/ 78 h 132"/>
                <a:gd name="T72" fmla="*/ 102 w 138"/>
                <a:gd name="T73" fmla="*/ 90 h 132"/>
                <a:gd name="T74" fmla="*/ 114 w 138"/>
                <a:gd name="T75" fmla="*/ 90 h 132"/>
                <a:gd name="T76" fmla="*/ 120 w 138"/>
                <a:gd name="T77" fmla="*/ 78 h 132"/>
                <a:gd name="T78" fmla="*/ 120 w 138"/>
                <a:gd name="T79" fmla="*/ 60 h 132"/>
                <a:gd name="T80" fmla="*/ 114 w 138"/>
                <a:gd name="T81" fmla="*/ 42 h 132"/>
                <a:gd name="T82" fmla="*/ 108 w 138"/>
                <a:gd name="T83" fmla="*/ 30 h 132"/>
                <a:gd name="T84" fmla="*/ 120 w 138"/>
                <a:gd name="T85" fmla="*/ 0 h 132"/>
                <a:gd name="T86" fmla="*/ 138 w 138"/>
                <a:gd name="T87" fmla="*/ 78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8"/>
                <a:gd name="T133" fmla="*/ 0 h 132"/>
                <a:gd name="T134" fmla="*/ 138 w 138"/>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8" h="132">
                  <a:moveTo>
                    <a:pt x="138" y="78"/>
                  </a:moveTo>
                  <a:lnTo>
                    <a:pt x="138" y="90"/>
                  </a:lnTo>
                  <a:lnTo>
                    <a:pt x="138" y="96"/>
                  </a:lnTo>
                  <a:lnTo>
                    <a:pt x="138" y="108"/>
                  </a:lnTo>
                  <a:lnTo>
                    <a:pt x="132" y="114"/>
                  </a:lnTo>
                  <a:lnTo>
                    <a:pt x="126" y="114"/>
                  </a:lnTo>
                  <a:lnTo>
                    <a:pt x="120" y="120"/>
                  </a:lnTo>
                  <a:lnTo>
                    <a:pt x="114" y="120"/>
                  </a:lnTo>
                  <a:lnTo>
                    <a:pt x="108" y="126"/>
                  </a:lnTo>
                  <a:lnTo>
                    <a:pt x="102" y="126"/>
                  </a:lnTo>
                  <a:lnTo>
                    <a:pt x="96" y="120"/>
                  </a:lnTo>
                  <a:lnTo>
                    <a:pt x="90" y="120"/>
                  </a:lnTo>
                  <a:lnTo>
                    <a:pt x="84" y="114"/>
                  </a:lnTo>
                  <a:lnTo>
                    <a:pt x="84" y="108"/>
                  </a:lnTo>
                  <a:lnTo>
                    <a:pt x="78" y="102"/>
                  </a:lnTo>
                  <a:lnTo>
                    <a:pt x="78" y="96"/>
                  </a:lnTo>
                  <a:lnTo>
                    <a:pt x="72" y="108"/>
                  </a:lnTo>
                  <a:lnTo>
                    <a:pt x="72" y="114"/>
                  </a:lnTo>
                  <a:lnTo>
                    <a:pt x="66" y="120"/>
                  </a:lnTo>
                  <a:lnTo>
                    <a:pt x="66" y="126"/>
                  </a:lnTo>
                  <a:lnTo>
                    <a:pt x="60" y="126"/>
                  </a:lnTo>
                  <a:lnTo>
                    <a:pt x="54" y="132"/>
                  </a:lnTo>
                  <a:lnTo>
                    <a:pt x="48" y="132"/>
                  </a:lnTo>
                  <a:lnTo>
                    <a:pt x="42" y="132"/>
                  </a:lnTo>
                  <a:lnTo>
                    <a:pt x="36" y="132"/>
                  </a:lnTo>
                  <a:lnTo>
                    <a:pt x="24" y="126"/>
                  </a:lnTo>
                  <a:lnTo>
                    <a:pt x="18" y="126"/>
                  </a:lnTo>
                  <a:lnTo>
                    <a:pt x="18" y="114"/>
                  </a:lnTo>
                  <a:lnTo>
                    <a:pt x="12" y="108"/>
                  </a:lnTo>
                  <a:lnTo>
                    <a:pt x="12" y="96"/>
                  </a:lnTo>
                  <a:lnTo>
                    <a:pt x="12" y="84"/>
                  </a:lnTo>
                  <a:lnTo>
                    <a:pt x="12" y="72"/>
                  </a:lnTo>
                  <a:lnTo>
                    <a:pt x="6" y="72"/>
                  </a:lnTo>
                  <a:lnTo>
                    <a:pt x="6" y="66"/>
                  </a:lnTo>
                  <a:lnTo>
                    <a:pt x="12" y="60"/>
                  </a:lnTo>
                  <a:lnTo>
                    <a:pt x="12" y="54"/>
                  </a:lnTo>
                  <a:lnTo>
                    <a:pt x="12" y="48"/>
                  </a:lnTo>
                  <a:lnTo>
                    <a:pt x="12" y="54"/>
                  </a:lnTo>
                  <a:lnTo>
                    <a:pt x="6" y="60"/>
                  </a:lnTo>
                  <a:lnTo>
                    <a:pt x="0" y="60"/>
                  </a:lnTo>
                  <a:lnTo>
                    <a:pt x="0" y="66"/>
                  </a:lnTo>
                  <a:lnTo>
                    <a:pt x="0" y="48"/>
                  </a:lnTo>
                  <a:lnTo>
                    <a:pt x="0" y="42"/>
                  </a:lnTo>
                  <a:lnTo>
                    <a:pt x="6" y="36"/>
                  </a:lnTo>
                  <a:lnTo>
                    <a:pt x="12" y="30"/>
                  </a:lnTo>
                  <a:lnTo>
                    <a:pt x="12" y="24"/>
                  </a:lnTo>
                  <a:lnTo>
                    <a:pt x="18" y="18"/>
                  </a:lnTo>
                  <a:lnTo>
                    <a:pt x="24" y="18"/>
                  </a:lnTo>
                  <a:lnTo>
                    <a:pt x="30" y="12"/>
                  </a:lnTo>
                  <a:lnTo>
                    <a:pt x="30" y="48"/>
                  </a:lnTo>
                  <a:lnTo>
                    <a:pt x="30" y="72"/>
                  </a:lnTo>
                  <a:lnTo>
                    <a:pt x="36" y="90"/>
                  </a:lnTo>
                  <a:lnTo>
                    <a:pt x="42" y="96"/>
                  </a:lnTo>
                  <a:lnTo>
                    <a:pt x="48" y="102"/>
                  </a:lnTo>
                  <a:lnTo>
                    <a:pt x="60" y="96"/>
                  </a:lnTo>
                  <a:lnTo>
                    <a:pt x="66" y="96"/>
                  </a:lnTo>
                  <a:lnTo>
                    <a:pt x="72" y="84"/>
                  </a:lnTo>
                  <a:lnTo>
                    <a:pt x="72" y="72"/>
                  </a:lnTo>
                  <a:lnTo>
                    <a:pt x="66" y="48"/>
                  </a:lnTo>
                  <a:lnTo>
                    <a:pt x="60" y="24"/>
                  </a:lnTo>
                  <a:lnTo>
                    <a:pt x="78" y="6"/>
                  </a:lnTo>
                  <a:lnTo>
                    <a:pt x="78" y="12"/>
                  </a:lnTo>
                  <a:lnTo>
                    <a:pt x="78" y="18"/>
                  </a:lnTo>
                  <a:lnTo>
                    <a:pt x="84" y="24"/>
                  </a:lnTo>
                  <a:lnTo>
                    <a:pt x="84" y="36"/>
                  </a:lnTo>
                  <a:lnTo>
                    <a:pt x="84" y="42"/>
                  </a:lnTo>
                  <a:lnTo>
                    <a:pt x="90" y="48"/>
                  </a:lnTo>
                  <a:lnTo>
                    <a:pt x="90" y="54"/>
                  </a:lnTo>
                  <a:lnTo>
                    <a:pt x="90" y="60"/>
                  </a:lnTo>
                  <a:lnTo>
                    <a:pt x="90" y="66"/>
                  </a:lnTo>
                  <a:lnTo>
                    <a:pt x="90" y="72"/>
                  </a:lnTo>
                  <a:lnTo>
                    <a:pt x="96" y="78"/>
                  </a:lnTo>
                  <a:lnTo>
                    <a:pt x="96" y="84"/>
                  </a:lnTo>
                  <a:lnTo>
                    <a:pt x="102" y="90"/>
                  </a:lnTo>
                  <a:lnTo>
                    <a:pt x="108" y="90"/>
                  </a:lnTo>
                  <a:lnTo>
                    <a:pt x="114" y="90"/>
                  </a:lnTo>
                  <a:lnTo>
                    <a:pt x="120" y="84"/>
                  </a:lnTo>
                  <a:lnTo>
                    <a:pt x="120" y="78"/>
                  </a:lnTo>
                  <a:lnTo>
                    <a:pt x="120" y="72"/>
                  </a:lnTo>
                  <a:lnTo>
                    <a:pt x="120" y="60"/>
                  </a:lnTo>
                  <a:lnTo>
                    <a:pt x="114" y="48"/>
                  </a:lnTo>
                  <a:lnTo>
                    <a:pt x="114" y="42"/>
                  </a:lnTo>
                  <a:lnTo>
                    <a:pt x="108" y="36"/>
                  </a:lnTo>
                  <a:lnTo>
                    <a:pt x="108" y="30"/>
                  </a:lnTo>
                  <a:lnTo>
                    <a:pt x="108" y="24"/>
                  </a:lnTo>
                  <a:lnTo>
                    <a:pt x="120" y="0"/>
                  </a:lnTo>
                  <a:lnTo>
                    <a:pt x="132" y="36"/>
                  </a:lnTo>
                  <a:lnTo>
                    <a:pt x="138" y="78"/>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1" name="Freeform 14"/>
            <p:cNvSpPr>
              <a:spLocks/>
            </p:cNvSpPr>
            <p:nvPr/>
          </p:nvSpPr>
          <p:spPr bwMode="auto">
            <a:xfrm>
              <a:off x="6747021" y="4492022"/>
              <a:ext cx="187179" cy="197218"/>
            </a:xfrm>
            <a:custGeom>
              <a:avLst/>
              <a:gdLst>
                <a:gd name="T0" fmla="*/ 102 w 102"/>
                <a:gd name="T1" fmla="*/ 54 h 102"/>
                <a:gd name="T2" fmla="*/ 54 w 102"/>
                <a:gd name="T3" fmla="*/ 102 h 102"/>
                <a:gd name="T4" fmla="*/ 0 w 102"/>
                <a:gd name="T5" fmla="*/ 48 h 102"/>
                <a:gd name="T6" fmla="*/ 48 w 102"/>
                <a:gd name="T7" fmla="*/ 0 h 102"/>
                <a:gd name="T8" fmla="*/ 102 w 102"/>
                <a:gd name="T9" fmla="*/ 54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102" y="54"/>
                  </a:moveTo>
                  <a:lnTo>
                    <a:pt x="54" y="102"/>
                  </a:lnTo>
                  <a:lnTo>
                    <a:pt x="0" y="48"/>
                  </a:lnTo>
                  <a:lnTo>
                    <a:pt x="48" y="0"/>
                  </a:lnTo>
                  <a:lnTo>
                    <a:pt x="102" y="54"/>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2" name="Freeform 15"/>
            <p:cNvSpPr>
              <a:spLocks/>
            </p:cNvSpPr>
            <p:nvPr/>
          </p:nvSpPr>
          <p:spPr bwMode="auto">
            <a:xfrm>
              <a:off x="4214594" y="2380632"/>
              <a:ext cx="2697585" cy="2691442"/>
            </a:xfrm>
            <a:custGeom>
              <a:avLst/>
              <a:gdLst>
                <a:gd name="T0" fmla="*/ 1380 w 1470"/>
                <a:gd name="T1" fmla="*/ 1002 h 1392"/>
                <a:gd name="T2" fmla="*/ 1278 w 1470"/>
                <a:gd name="T3" fmla="*/ 954 h 1392"/>
                <a:gd name="T4" fmla="*/ 1188 w 1470"/>
                <a:gd name="T5" fmla="*/ 1002 h 1392"/>
                <a:gd name="T6" fmla="*/ 1122 w 1470"/>
                <a:gd name="T7" fmla="*/ 1008 h 1392"/>
                <a:gd name="T8" fmla="*/ 1008 w 1470"/>
                <a:gd name="T9" fmla="*/ 1008 h 1392"/>
                <a:gd name="T10" fmla="*/ 906 w 1470"/>
                <a:gd name="T11" fmla="*/ 984 h 1392"/>
                <a:gd name="T12" fmla="*/ 990 w 1470"/>
                <a:gd name="T13" fmla="*/ 1146 h 1392"/>
                <a:gd name="T14" fmla="*/ 924 w 1470"/>
                <a:gd name="T15" fmla="*/ 1206 h 1392"/>
                <a:gd name="T16" fmla="*/ 738 w 1470"/>
                <a:gd name="T17" fmla="*/ 1242 h 1392"/>
                <a:gd name="T18" fmla="*/ 516 w 1470"/>
                <a:gd name="T19" fmla="*/ 1392 h 1392"/>
                <a:gd name="T20" fmla="*/ 414 w 1470"/>
                <a:gd name="T21" fmla="*/ 1230 h 1392"/>
                <a:gd name="T22" fmla="*/ 348 w 1470"/>
                <a:gd name="T23" fmla="*/ 1092 h 1392"/>
                <a:gd name="T24" fmla="*/ 228 w 1470"/>
                <a:gd name="T25" fmla="*/ 1242 h 1392"/>
                <a:gd name="T26" fmla="*/ 30 w 1470"/>
                <a:gd name="T27" fmla="*/ 1356 h 1392"/>
                <a:gd name="T28" fmla="*/ 12 w 1470"/>
                <a:gd name="T29" fmla="*/ 1128 h 1392"/>
                <a:gd name="T30" fmla="*/ 36 w 1470"/>
                <a:gd name="T31" fmla="*/ 1122 h 1392"/>
                <a:gd name="T32" fmla="*/ 42 w 1470"/>
                <a:gd name="T33" fmla="*/ 1290 h 1392"/>
                <a:gd name="T34" fmla="*/ 246 w 1470"/>
                <a:gd name="T35" fmla="*/ 1134 h 1392"/>
                <a:gd name="T36" fmla="*/ 384 w 1470"/>
                <a:gd name="T37" fmla="*/ 1002 h 1392"/>
                <a:gd name="T38" fmla="*/ 540 w 1470"/>
                <a:gd name="T39" fmla="*/ 936 h 1392"/>
                <a:gd name="T40" fmla="*/ 444 w 1470"/>
                <a:gd name="T41" fmla="*/ 12 h 1392"/>
                <a:gd name="T42" fmla="*/ 570 w 1470"/>
                <a:gd name="T43" fmla="*/ 918 h 1392"/>
                <a:gd name="T44" fmla="*/ 528 w 1470"/>
                <a:gd name="T45" fmla="*/ 1002 h 1392"/>
                <a:gd name="T46" fmla="*/ 468 w 1470"/>
                <a:gd name="T47" fmla="*/ 1122 h 1392"/>
                <a:gd name="T48" fmla="*/ 468 w 1470"/>
                <a:gd name="T49" fmla="*/ 1296 h 1392"/>
                <a:gd name="T50" fmla="*/ 618 w 1470"/>
                <a:gd name="T51" fmla="*/ 1242 h 1392"/>
                <a:gd name="T52" fmla="*/ 678 w 1470"/>
                <a:gd name="T53" fmla="*/ 798 h 1392"/>
                <a:gd name="T54" fmla="*/ 618 w 1470"/>
                <a:gd name="T55" fmla="*/ 684 h 1392"/>
                <a:gd name="T56" fmla="*/ 636 w 1470"/>
                <a:gd name="T57" fmla="*/ 636 h 1392"/>
                <a:gd name="T58" fmla="*/ 618 w 1470"/>
                <a:gd name="T59" fmla="*/ 102 h 1392"/>
                <a:gd name="T60" fmla="*/ 654 w 1470"/>
                <a:gd name="T61" fmla="*/ 156 h 1392"/>
                <a:gd name="T62" fmla="*/ 744 w 1470"/>
                <a:gd name="T63" fmla="*/ 600 h 1392"/>
                <a:gd name="T64" fmla="*/ 834 w 1470"/>
                <a:gd name="T65" fmla="*/ 456 h 1392"/>
                <a:gd name="T66" fmla="*/ 816 w 1470"/>
                <a:gd name="T67" fmla="*/ 654 h 1392"/>
                <a:gd name="T68" fmla="*/ 900 w 1470"/>
                <a:gd name="T69" fmla="*/ 738 h 1392"/>
                <a:gd name="T70" fmla="*/ 960 w 1470"/>
                <a:gd name="T71" fmla="*/ 414 h 1392"/>
                <a:gd name="T72" fmla="*/ 996 w 1470"/>
                <a:gd name="T73" fmla="*/ 516 h 1392"/>
                <a:gd name="T74" fmla="*/ 1050 w 1470"/>
                <a:gd name="T75" fmla="*/ 702 h 1392"/>
                <a:gd name="T76" fmla="*/ 1146 w 1470"/>
                <a:gd name="T77" fmla="*/ 702 h 1392"/>
                <a:gd name="T78" fmla="*/ 1134 w 1470"/>
                <a:gd name="T79" fmla="*/ 528 h 1392"/>
                <a:gd name="T80" fmla="*/ 1170 w 1470"/>
                <a:gd name="T81" fmla="*/ 720 h 1392"/>
                <a:gd name="T82" fmla="*/ 1026 w 1470"/>
                <a:gd name="T83" fmla="*/ 774 h 1392"/>
                <a:gd name="T84" fmla="*/ 978 w 1470"/>
                <a:gd name="T85" fmla="*/ 732 h 1392"/>
                <a:gd name="T86" fmla="*/ 852 w 1470"/>
                <a:gd name="T87" fmla="*/ 822 h 1392"/>
                <a:gd name="T88" fmla="*/ 786 w 1470"/>
                <a:gd name="T89" fmla="*/ 630 h 1392"/>
                <a:gd name="T90" fmla="*/ 786 w 1470"/>
                <a:gd name="T91" fmla="*/ 570 h 1392"/>
                <a:gd name="T92" fmla="*/ 738 w 1470"/>
                <a:gd name="T93" fmla="*/ 750 h 1392"/>
                <a:gd name="T94" fmla="*/ 756 w 1470"/>
                <a:gd name="T95" fmla="*/ 1026 h 1392"/>
                <a:gd name="T96" fmla="*/ 756 w 1470"/>
                <a:gd name="T97" fmla="*/ 1104 h 1392"/>
                <a:gd name="T98" fmla="*/ 840 w 1470"/>
                <a:gd name="T99" fmla="*/ 1134 h 1392"/>
                <a:gd name="T100" fmla="*/ 864 w 1470"/>
                <a:gd name="T101" fmla="*/ 1068 h 1392"/>
                <a:gd name="T102" fmla="*/ 942 w 1470"/>
                <a:gd name="T103" fmla="*/ 882 h 1392"/>
                <a:gd name="T104" fmla="*/ 1056 w 1470"/>
                <a:gd name="T105" fmla="*/ 954 h 1392"/>
                <a:gd name="T106" fmla="*/ 1182 w 1470"/>
                <a:gd name="T107" fmla="*/ 858 h 1392"/>
                <a:gd name="T108" fmla="*/ 1236 w 1470"/>
                <a:gd name="T109" fmla="*/ 924 h 1392"/>
                <a:gd name="T110" fmla="*/ 1320 w 1470"/>
                <a:gd name="T111" fmla="*/ 864 h 1392"/>
                <a:gd name="T112" fmla="*/ 1434 w 1470"/>
                <a:gd name="T113" fmla="*/ 906 h 1392"/>
                <a:gd name="T114" fmla="*/ 1410 w 1470"/>
                <a:gd name="T115" fmla="*/ 792 h 1392"/>
                <a:gd name="T116" fmla="*/ 1344 w 1470"/>
                <a:gd name="T117" fmla="*/ 630 h 1392"/>
                <a:gd name="T118" fmla="*/ 1392 w 1470"/>
                <a:gd name="T119" fmla="*/ 648 h 139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470"/>
                <a:gd name="T181" fmla="*/ 0 h 1392"/>
                <a:gd name="T182" fmla="*/ 1470 w 1470"/>
                <a:gd name="T183" fmla="*/ 1392 h 139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470" h="1392">
                  <a:moveTo>
                    <a:pt x="1470" y="864"/>
                  </a:moveTo>
                  <a:lnTo>
                    <a:pt x="1470" y="888"/>
                  </a:lnTo>
                  <a:lnTo>
                    <a:pt x="1470" y="912"/>
                  </a:lnTo>
                  <a:lnTo>
                    <a:pt x="1464" y="930"/>
                  </a:lnTo>
                  <a:lnTo>
                    <a:pt x="1458" y="948"/>
                  </a:lnTo>
                  <a:lnTo>
                    <a:pt x="1440" y="972"/>
                  </a:lnTo>
                  <a:lnTo>
                    <a:pt x="1428" y="990"/>
                  </a:lnTo>
                  <a:lnTo>
                    <a:pt x="1404" y="996"/>
                  </a:lnTo>
                  <a:lnTo>
                    <a:pt x="1380" y="1002"/>
                  </a:lnTo>
                  <a:lnTo>
                    <a:pt x="1362" y="1002"/>
                  </a:lnTo>
                  <a:lnTo>
                    <a:pt x="1350" y="996"/>
                  </a:lnTo>
                  <a:lnTo>
                    <a:pt x="1332" y="990"/>
                  </a:lnTo>
                  <a:lnTo>
                    <a:pt x="1326" y="984"/>
                  </a:lnTo>
                  <a:lnTo>
                    <a:pt x="1314" y="972"/>
                  </a:lnTo>
                  <a:lnTo>
                    <a:pt x="1308" y="960"/>
                  </a:lnTo>
                  <a:lnTo>
                    <a:pt x="1296" y="942"/>
                  </a:lnTo>
                  <a:lnTo>
                    <a:pt x="1290" y="930"/>
                  </a:lnTo>
                  <a:lnTo>
                    <a:pt x="1278" y="954"/>
                  </a:lnTo>
                  <a:lnTo>
                    <a:pt x="1266" y="972"/>
                  </a:lnTo>
                  <a:lnTo>
                    <a:pt x="1254" y="984"/>
                  </a:lnTo>
                  <a:lnTo>
                    <a:pt x="1254" y="990"/>
                  </a:lnTo>
                  <a:lnTo>
                    <a:pt x="1242" y="996"/>
                  </a:lnTo>
                  <a:lnTo>
                    <a:pt x="1236" y="1002"/>
                  </a:lnTo>
                  <a:lnTo>
                    <a:pt x="1224" y="1008"/>
                  </a:lnTo>
                  <a:lnTo>
                    <a:pt x="1212" y="1008"/>
                  </a:lnTo>
                  <a:lnTo>
                    <a:pt x="1200" y="1008"/>
                  </a:lnTo>
                  <a:lnTo>
                    <a:pt x="1188" y="1002"/>
                  </a:lnTo>
                  <a:lnTo>
                    <a:pt x="1182" y="1002"/>
                  </a:lnTo>
                  <a:lnTo>
                    <a:pt x="1176" y="996"/>
                  </a:lnTo>
                  <a:lnTo>
                    <a:pt x="1170" y="984"/>
                  </a:lnTo>
                  <a:lnTo>
                    <a:pt x="1164" y="978"/>
                  </a:lnTo>
                  <a:lnTo>
                    <a:pt x="1158" y="966"/>
                  </a:lnTo>
                  <a:lnTo>
                    <a:pt x="1158" y="960"/>
                  </a:lnTo>
                  <a:lnTo>
                    <a:pt x="1140" y="978"/>
                  </a:lnTo>
                  <a:lnTo>
                    <a:pt x="1128" y="996"/>
                  </a:lnTo>
                  <a:lnTo>
                    <a:pt x="1122" y="1008"/>
                  </a:lnTo>
                  <a:lnTo>
                    <a:pt x="1116" y="1014"/>
                  </a:lnTo>
                  <a:lnTo>
                    <a:pt x="1104" y="1026"/>
                  </a:lnTo>
                  <a:lnTo>
                    <a:pt x="1092" y="1026"/>
                  </a:lnTo>
                  <a:lnTo>
                    <a:pt x="1080" y="1032"/>
                  </a:lnTo>
                  <a:lnTo>
                    <a:pt x="1068" y="1032"/>
                  </a:lnTo>
                  <a:lnTo>
                    <a:pt x="1050" y="1032"/>
                  </a:lnTo>
                  <a:lnTo>
                    <a:pt x="1032" y="1026"/>
                  </a:lnTo>
                  <a:lnTo>
                    <a:pt x="1020" y="1020"/>
                  </a:lnTo>
                  <a:lnTo>
                    <a:pt x="1008" y="1008"/>
                  </a:lnTo>
                  <a:lnTo>
                    <a:pt x="1002" y="1002"/>
                  </a:lnTo>
                  <a:lnTo>
                    <a:pt x="996" y="990"/>
                  </a:lnTo>
                  <a:lnTo>
                    <a:pt x="984" y="972"/>
                  </a:lnTo>
                  <a:lnTo>
                    <a:pt x="966" y="948"/>
                  </a:lnTo>
                  <a:lnTo>
                    <a:pt x="954" y="954"/>
                  </a:lnTo>
                  <a:lnTo>
                    <a:pt x="942" y="960"/>
                  </a:lnTo>
                  <a:lnTo>
                    <a:pt x="930" y="966"/>
                  </a:lnTo>
                  <a:lnTo>
                    <a:pt x="924" y="966"/>
                  </a:lnTo>
                  <a:lnTo>
                    <a:pt x="906" y="984"/>
                  </a:lnTo>
                  <a:lnTo>
                    <a:pt x="894" y="1002"/>
                  </a:lnTo>
                  <a:lnTo>
                    <a:pt x="888" y="1020"/>
                  </a:lnTo>
                  <a:lnTo>
                    <a:pt x="888" y="1038"/>
                  </a:lnTo>
                  <a:lnTo>
                    <a:pt x="900" y="1062"/>
                  </a:lnTo>
                  <a:lnTo>
                    <a:pt x="912" y="1086"/>
                  </a:lnTo>
                  <a:lnTo>
                    <a:pt x="936" y="1110"/>
                  </a:lnTo>
                  <a:lnTo>
                    <a:pt x="966" y="1134"/>
                  </a:lnTo>
                  <a:lnTo>
                    <a:pt x="978" y="1140"/>
                  </a:lnTo>
                  <a:lnTo>
                    <a:pt x="990" y="1146"/>
                  </a:lnTo>
                  <a:lnTo>
                    <a:pt x="1008" y="1158"/>
                  </a:lnTo>
                  <a:lnTo>
                    <a:pt x="1026" y="1164"/>
                  </a:lnTo>
                  <a:lnTo>
                    <a:pt x="1008" y="1242"/>
                  </a:lnTo>
                  <a:lnTo>
                    <a:pt x="996" y="1236"/>
                  </a:lnTo>
                  <a:lnTo>
                    <a:pt x="984" y="1230"/>
                  </a:lnTo>
                  <a:lnTo>
                    <a:pt x="978" y="1224"/>
                  </a:lnTo>
                  <a:lnTo>
                    <a:pt x="966" y="1218"/>
                  </a:lnTo>
                  <a:lnTo>
                    <a:pt x="948" y="1212"/>
                  </a:lnTo>
                  <a:lnTo>
                    <a:pt x="924" y="1206"/>
                  </a:lnTo>
                  <a:lnTo>
                    <a:pt x="906" y="1200"/>
                  </a:lnTo>
                  <a:lnTo>
                    <a:pt x="888" y="1200"/>
                  </a:lnTo>
                  <a:lnTo>
                    <a:pt x="864" y="1200"/>
                  </a:lnTo>
                  <a:lnTo>
                    <a:pt x="846" y="1200"/>
                  </a:lnTo>
                  <a:lnTo>
                    <a:pt x="822" y="1206"/>
                  </a:lnTo>
                  <a:lnTo>
                    <a:pt x="804" y="1212"/>
                  </a:lnTo>
                  <a:lnTo>
                    <a:pt x="780" y="1224"/>
                  </a:lnTo>
                  <a:lnTo>
                    <a:pt x="756" y="1230"/>
                  </a:lnTo>
                  <a:lnTo>
                    <a:pt x="738" y="1242"/>
                  </a:lnTo>
                  <a:lnTo>
                    <a:pt x="714" y="1254"/>
                  </a:lnTo>
                  <a:lnTo>
                    <a:pt x="702" y="1266"/>
                  </a:lnTo>
                  <a:lnTo>
                    <a:pt x="678" y="1284"/>
                  </a:lnTo>
                  <a:lnTo>
                    <a:pt x="642" y="1308"/>
                  </a:lnTo>
                  <a:lnTo>
                    <a:pt x="600" y="1344"/>
                  </a:lnTo>
                  <a:lnTo>
                    <a:pt x="576" y="1362"/>
                  </a:lnTo>
                  <a:lnTo>
                    <a:pt x="552" y="1380"/>
                  </a:lnTo>
                  <a:lnTo>
                    <a:pt x="528" y="1386"/>
                  </a:lnTo>
                  <a:lnTo>
                    <a:pt x="516" y="1392"/>
                  </a:lnTo>
                  <a:lnTo>
                    <a:pt x="498" y="1386"/>
                  </a:lnTo>
                  <a:lnTo>
                    <a:pt x="480" y="1380"/>
                  </a:lnTo>
                  <a:lnTo>
                    <a:pt x="462" y="1374"/>
                  </a:lnTo>
                  <a:lnTo>
                    <a:pt x="450" y="1362"/>
                  </a:lnTo>
                  <a:lnTo>
                    <a:pt x="432" y="1338"/>
                  </a:lnTo>
                  <a:lnTo>
                    <a:pt x="420" y="1308"/>
                  </a:lnTo>
                  <a:lnTo>
                    <a:pt x="414" y="1284"/>
                  </a:lnTo>
                  <a:lnTo>
                    <a:pt x="414" y="1248"/>
                  </a:lnTo>
                  <a:lnTo>
                    <a:pt x="414" y="1230"/>
                  </a:lnTo>
                  <a:lnTo>
                    <a:pt x="414" y="1206"/>
                  </a:lnTo>
                  <a:lnTo>
                    <a:pt x="420" y="1182"/>
                  </a:lnTo>
                  <a:lnTo>
                    <a:pt x="426" y="1152"/>
                  </a:lnTo>
                  <a:lnTo>
                    <a:pt x="438" y="1128"/>
                  </a:lnTo>
                  <a:lnTo>
                    <a:pt x="450" y="1098"/>
                  </a:lnTo>
                  <a:lnTo>
                    <a:pt x="456" y="1074"/>
                  </a:lnTo>
                  <a:lnTo>
                    <a:pt x="468" y="1044"/>
                  </a:lnTo>
                  <a:lnTo>
                    <a:pt x="360" y="1086"/>
                  </a:lnTo>
                  <a:lnTo>
                    <a:pt x="348" y="1092"/>
                  </a:lnTo>
                  <a:lnTo>
                    <a:pt x="336" y="1104"/>
                  </a:lnTo>
                  <a:lnTo>
                    <a:pt x="324" y="1110"/>
                  </a:lnTo>
                  <a:lnTo>
                    <a:pt x="318" y="1122"/>
                  </a:lnTo>
                  <a:lnTo>
                    <a:pt x="306" y="1134"/>
                  </a:lnTo>
                  <a:lnTo>
                    <a:pt x="294" y="1146"/>
                  </a:lnTo>
                  <a:lnTo>
                    <a:pt x="288" y="1158"/>
                  </a:lnTo>
                  <a:lnTo>
                    <a:pt x="282" y="1170"/>
                  </a:lnTo>
                  <a:lnTo>
                    <a:pt x="252" y="1206"/>
                  </a:lnTo>
                  <a:lnTo>
                    <a:pt x="228" y="1242"/>
                  </a:lnTo>
                  <a:lnTo>
                    <a:pt x="204" y="1278"/>
                  </a:lnTo>
                  <a:lnTo>
                    <a:pt x="174" y="1314"/>
                  </a:lnTo>
                  <a:lnTo>
                    <a:pt x="150" y="1344"/>
                  </a:lnTo>
                  <a:lnTo>
                    <a:pt x="120" y="1362"/>
                  </a:lnTo>
                  <a:lnTo>
                    <a:pt x="96" y="1374"/>
                  </a:lnTo>
                  <a:lnTo>
                    <a:pt x="78" y="1380"/>
                  </a:lnTo>
                  <a:lnTo>
                    <a:pt x="60" y="1374"/>
                  </a:lnTo>
                  <a:lnTo>
                    <a:pt x="42" y="1368"/>
                  </a:lnTo>
                  <a:lnTo>
                    <a:pt x="30" y="1356"/>
                  </a:lnTo>
                  <a:lnTo>
                    <a:pt x="18" y="1338"/>
                  </a:lnTo>
                  <a:lnTo>
                    <a:pt x="12" y="1314"/>
                  </a:lnTo>
                  <a:lnTo>
                    <a:pt x="6" y="1290"/>
                  </a:lnTo>
                  <a:lnTo>
                    <a:pt x="0" y="1266"/>
                  </a:lnTo>
                  <a:lnTo>
                    <a:pt x="0" y="1236"/>
                  </a:lnTo>
                  <a:lnTo>
                    <a:pt x="0" y="1206"/>
                  </a:lnTo>
                  <a:lnTo>
                    <a:pt x="6" y="1176"/>
                  </a:lnTo>
                  <a:lnTo>
                    <a:pt x="6" y="1152"/>
                  </a:lnTo>
                  <a:lnTo>
                    <a:pt x="12" y="1128"/>
                  </a:lnTo>
                  <a:lnTo>
                    <a:pt x="24" y="1098"/>
                  </a:lnTo>
                  <a:lnTo>
                    <a:pt x="30" y="1074"/>
                  </a:lnTo>
                  <a:lnTo>
                    <a:pt x="42" y="1056"/>
                  </a:lnTo>
                  <a:lnTo>
                    <a:pt x="54" y="1032"/>
                  </a:lnTo>
                  <a:lnTo>
                    <a:pt x="72" y="1032"/>
                  </a:lnTo>
                  <a:lnTo>
                    <a:pt x="60" y="1056"/>
                  </a:lnTo>
                  <a:lnTo>
                    <a:pt x="48" y="1080"/>
                  </a:lnTo>
                  <a:lnTo>
                    <a:pt x="42" y="1098"/>
                  </a:lnTo>
                  <a:lnTo>
                    <a:pt x="36" y="1122"/>
                  </a:lnTo>
                  <a:lnTo>
                    <a:pt x="30" y="1146"/>
                  </a:lnTo>
                  <a:lnTo>
                    <a:pt x="24" y="1164"/>
                  </a:lnTo>
                  <a:lnTo>
                    <a:pt x="24" y="1188"/>
                  </a:lnTo>
                  <a:lnTo>
                    <a:pt x="18" y="1212"/>
                  </a:lnTo>
                  <a:lnTo>
                    <a:pt x="24" y="1230"/>
                  </a:lnTo>
                  <a:lnTo>
                    <a:pt x="24" y="1248"/>
                  </a:lnTo>
                  <a:lnTo>
                    <a:pt x="30" y="1266"/>
                  </a:lnTo>
                  <a:lnTo>
                    <a:pt x="36" y="1278"/>
                  </a:lnTo>
                  <a:lnTo>
                    <a:pt x="42" y="1290"/>
                  </a:lnTo>
                  <a:lnTo>
                    <a:pt x="54" y="1296"/>
                  </a:lnTo>
                  <a:lnTo>
                    <a:pt x="66" y="1302"/>
                  </a:lnTo>
                  <a:lnTo>
                    <a:pt x="84" y="1302"/>
                  </a:lnTo>
                  <a:lnTo>
                    <a:pt x="102" y="1296"/>
                  </a:lnTo>
                  <a:lnTo>
                    <a:pt x="126" y="1284"/>
                  </a:lnTo>
                  <a:lnTo>
                    <a:pt x="156" y="1254"/>
                  </a:lnTo>
                  <a:lnTo>
                    <a:pt x="186" y="1212"/>
                  </a:lnTo>
                  <a:lnTo>
                    <a:pt x="216" y="1170"/>
                  </a:lnTo>
                  <a:lnTo>
                    <a:pt x="246" y="1134"/>
                  </a:lnTo>
                  <a:lnTo>
                    <a:pt x="270" y="1098"/>
                  </a:lnTo>
                  <a:lnTo>
                    <a:pt x="300" y="1056"/>
                  </a:lnTo>
                  <a:lnTo>
                    <a:pt x="312" y="1044"/>
                  </a:lnTo>
                  <a:lnTo>
                    <a:pt x="324" y="1032"/>
                  </a:lnTo>
                  <a:lnTo>
                    <a:pt x="336" y="1026"/>
                  </a:lnTo>
                  <a:lnTo>
                    <a:pt x="348" y="1020"/>
                  </a:lnTo>
                  <a:lnTo>
                    <a:pt x="354" y="1014"/>
                  </a:lnTo>
                  <a:lnTo>
                    <a:pt x="366" y="1008"/>
                  </a:lnTo>
                  <a:lnTo>
                    <a:pt x="384" y="1002"/>
                  </a:lnTo>
                  <a:lnTo>
                    <a:pt x="402" y="996"/>
                  </a:lnTo>
                  <a:lnTo>
                    <a:pt x="426" y="984"/>
                  </a:lnTo>
                  <a:lnTo>
                    <a:pt x="450" y="978"/>
                  </a:lnTo>
                  <a:lnTo>
                    <a:pt x="474" y="966"/>
                  </a:lnTo>
                  <a:lnTo>
                    <a:pt x="498" y="960"/>
                  </a:lnTo>
                  <a:lnTo>
                    <a:pt x="516" y="954"/>
                  </a:lnTo>
                  <a:lnTo>
                    <a:pt x="528" y="948"/>
                  </a:lnTo>
                  <a:lnTo>
                    <a:pt x="540" y="942"/>
                  </a:lnTo>
                  <a:lnTo>
                    <a:pt x="540" y="936"/>
                  </a:lnTo>
                  <a:lnTo>
                    <a:pt x="504" y="594"/>
                  </a:lnTo>
                  <a:lnTo>
                    <a:pt x="450" y="108"/>
                  </a:lnTo>
                  <a:lnTo>
                    <a:pt x="432" y="60"/>
                  </a:lnTo>
                  <a:lnTo>
                    <a:pt x="432" y="54"/>
                  </a:lnTo>
                  <a:lnTo>
                    <a:pt x="438" y="48"/>
                  </a:lnTo>
                  <a:lnTo>
                    <a:pt x="438" y="36"/>
                  </a:lnTo>
                  <a:lnTo>
                    <a:pt x="444" y="24"/>
                  </a:lnTo>
                  <a:lnTo>
                    <a:pt x="444" y="18"/>
                  </a:lnTo>
                  <a:lnTo>
                    <a:pt x="444" y="12"/>
                  </a:lnTo>
                  <a:lnTo>
                    <a:pt x="450" y="6"/>
                  </a:lnTo>
                  <a:lnTo>
                    <a:pt x="450" y="0"/>
                  </a:lnTo>
                  <a:lnTo>
                    <a:pt x="516" y="138"/>
                  </a:lnTo>
                  <a:lnTo>
                    <a:pt x="516" y="162"/>
                  </a:lnTo>
                  <a:lnTo>
                    <a:pt x="486" y="126"/>
                  </a:lnTo>
                  <a:lnTo>
                    <a:pt x="486" y="144"/>
                  </a:lnTo>
                  <a:lnTo>
                    <a:pt x="516" y="378"/>
                  </a:lnTo>
                  <a:lnTo>
                    <a:pt x="570" y="894"/>
                  </a:lnTo>
                  <a:lnTo>
                    <a:pt x="570" y="918"/>
                  </a:lnTo>
                  <a:lnTo>
                    <a:pt x="570" y="936"/>
                  </a:lnTo>
                  <a:lnTo>
                    <a:pt x="564" y="954"/>
                  </a:lnTo>
                  <a:lnTo>
                    <a:pt x="558" y="972"/>
                  </a:lnTo>
                  <a:lnTo>
                    <a:pt x="558" y="978"/>
                  </a:lnTo>
                  <a:lnTo>
                    <a:pt x="552" y="984"/>
                  </a:lnTo>
                  <a:lnTo>
                    <a:pt x="546" y="990"/>
                  </a:lnTo>
                  <a:lnTo>
                    <a:pt x="534" y="996"/>
                  </a:lnTo>
                  <a:lnTo>
                    <a:pt x="534" y="1002"/>
                  </a:lnTo>
                  <a:lnTo>
                    <a:pt x="528" y="1002"/>
                  </a:lnTo>
                  <a:lnTo>
                    <a:pt x="528" y="1008"/>
                  </a:lnTo>
                  <a:lnTo>
                    <a:pt x="522" y="1014"/>
                  </a:lnTo>
                  <a:lnTo>
                    <a:pt x="516" y="1020"/>
                  </a:lnTo>
                  <a:lnTo>
                    <a:pt x="510" y="1026"/>
                  </a:lnTo>
                  <a:lnTo>
                    <a:pt x="504" y="1026"/>
                  </a:lnTo>
                  <a:lnTo>
                    <a:pt x="492" y="1044"/>
                  </a:lnTo>
                  <a:lnTo>
                    <a:pt x="486" y="1068"/>
                  </a:lnTo>
                  <a:lnTo>
                    <a:pt x="474" y="1092"/>
                  </a:lnTo>
                  <a:lnTo>
                    <a:pt x="468" y="1122"/>
                  </a:lnTo>
                  <a:lnTo>
                    <a:pt x="456" y="1158"/>
                  </a:lnTo>
                  <a:lnTo>
                    <a:pt x="450" y="1188"/>
                  </a:lnTo>
                  <a:lnTo>
                    <a:pt x="444" y="1218"/>
                  </a:lnTo>
                  <a:lnTo>
                    <a:pt x="444" y="1242"/>
                  </a:lnTo>
                  <a:lnTo>
                    <a:pt x="444" y="1248"/>
                  </a:lnTo>
                  <a:lnTo>
                    <a:pt x="444" y="1260"/>
                  </a:lnTo>
                  <a:lnTo>
                    <a:pt x="450" y="1272"/>
                  </a:lnTo>
                  <a:lnTo>
                    <a:pt x="462" y="1284"/>
                  </a:lnTo>
                  <a:lnTo>
                    <a:pt x="468" y="1296"/>
                  </a:lnTo>
                  <a:lnTo>
                    <a:pt x="480" y="1308"/>
                  </a:lnTo>
                  <a:lnTo>
                    <a:pt x="492" y="1314"/>
                  </a:lnTo>
                  <a:lnTo>
                    <a:pt x="504" y="1314"/>
                  </a:lnTo>
                  <a:lnTo>
                    <a:pt x="510" y="1314"/>
                  </a:lnTo>
                  <a:lnTo>
                    <a:pt x="522" y="1308"/>
                  </a:lnTo>
                  <a:lnTo>
                    <a:pt x="534" y="1302"/>
                  </a:lnTo>
                  <a:lnTo>
                    <a:pt x="546" y="1296"/>
                  </a:lnTo>
                  <a:lnTo>
                    <a:pt x="582" y="1272"/>
                  </a:lnTo>
                  <a:lnTo>
                    <a:pt x="618" y="1242"/>
                  </a:lnTo>
                  <a:lnTo>
                    <a:pt x="654" y="1218"/>
                  </a:lnTo>
                  <a:lnTo>
                    <a:pt x="684" y="1194"/>
                  </a:lnTo>
                  <a:lnTo>
                    <a:pt x="696" y="1188"/>
                  </a:lnTo>
                  <a:lnTo>
                    <a:pt x="702" y="1182"/>
                  </a:lnTo>
                  <a:lnTo>
                    <a:pt x="714" y="1176"/>
                  </a:lnTo>
                  <a:lnTo>
                    <a:pt x="726" y="1170"/>
                  </a:lnTo>
                  <a:lnTo>
                    <a:pt x="726" y="1074"/>
                  </a:lnTo>
                  <a:lnTo>
                    <a:pt x="696" y="798"/>
                  </a:lnTo>
                  <a:lnTo>
                    <a:pt x="678" y="798"/>
                  </a:lnTo>
                  <a:lnTo>
                    <a:pt x="666" y="798"/>
                  </a:lnTo>
                  <a:lnTo>
                    <a:pt x="654" y="786"/>
                  </a:lnTo>
                  <a:lnTo>
                    <a:pt x="642" y="768"/>
                  </a:lnTo>
                  <a:lnTo>
                    <a:pt x="636" y="756"/>
                  </a:lnTo>
                  <a:lnTo>
                    <a:pt x="630" y="744"/>
                  </a:lnTo>
                  <a:lnTo>
                    <a:pt x="624" y="732"/>
                  </a:lnTo>
                  <a:lnTo>
                    <a:pt x="624" y="714"/>
                  </a:lnTo>
                  <a:lnTo>
                    <a:pt x="618" y="702"/>
                  </a:lnTo>
                  <a:lnTo>
                    <a:pt x="618" y="684"/>
                  </a:lnTo>
                  <a:lnTo>
                    <a:pt x="618" y="672"/>
                  </a:lnTo>
                  <a:lnTo>
                    <a:pt x="618" y="654"/>
                  </a:lnTo>
                  <a:lnTo>
                    <a:pt x="618" y="552"/>
                  </a:lnTo>
                  <a:lnTo>
                    <a:pt x="624" y="552"/>
                  </a:lnTo>
                  <a:lnTo>
                    <a:pt x="630" y="552"/>
                  </a:lnTo>
                  <a:lnTo>
                    <a:pt x="630" y="576"/>
                  </a:lnTo>
                  <a:lnTo>
                    <a:pt x="630" y="600"/>
                  </a:lnTo>
                  <a:lnTo>
                    <a:pt x="630" y="618"/>
                  </a:lnTo>
                  <a:lnTo>
                    <a:pt x="636" y="636"/>
                  </a:lnTo>
                  <a:lnTo>
                    <a:pt x="642" y="678"/>
                  </a:lnTo>
                  <a:lnTo>
                    <a:pt x="654" y="702"/>
                  </a:lnTo>
                  <a:lnTo>
                    <a:pt x="666" y="726"/>
                  </a:lnTo>
                  <a:lnTo>
                    <a:pt x="684" y="732"/>
                  </a:lnTo>
                  <a:lnTo>
                    <a:pt x="660" y="486"/>
                  </a:lnTo>
                  <a:lnTo>
                    <a:pt x="618" y="120"/>
                  </a:lnTo>
                  <a:lnTo>
                    <a:pt x="618" y="114"/>
                  </a:lnTo>
                  <a:lnTo>
                    <a:pt x="618" y="108"/>
                  </a:lnTo>
                  <a:lnTo>
                    <a:pt x="618" y="102"/>
                  </a:lnTo>
                  <a:lnTo>
                    <a:pt x="612" y="96"/>
                  </a:lnTo>
                  <a:lnTo>
                    <a:pt x="612" y="90"/>
                  </a:lnTo>
                  <a:lnTo>
                    <a:pt x="606" y="84"/>
                  </a:lnTo>
                  <a:lnTo>
                    <a:pt x="606" y="78"/>
                  </a:lnTo>
                  <a:lnTo>
                    <a:pt x="630" y="6"/>
                  </a:lnTo>
                  <a:lnTo>
                    <a:pt x="690" y="144"/>
                  </a:lnTo>
                  <a:lnTo>
                    <a:pt x="690" y="168"/>
                  </a:lnTo>
                  <a:lnTo>
                    <a:pt x="660" y="138"/>
                  </a:lnTo>
                  <a:lnTo>
                    <a:pt x="654" y="156"/>
                  </a:lnTo>
                  <a:lnTo>
                    <a:pt x="684" y="408"/>
                  </a:lnTo>
                  <a:lnTo>
                    <a:pt x="714" y="714"/>
                  </a:lnTo>
                  <a:lnTo>
                    <a:pt x="720" y="702"/>
                  </a:lnTo>
                  <a:lnTo>
                    <a:pt x="720" y="690"/>
                  </a:lnTo>
                  <a:lnTo>
                    <a:pt x="726" y="678"/>
                  </a:lnTo>
                  <a:lnTo>
                    <a:pt x="732" y="660"/>
                  </a:lnTo>
                  <a:lnTo>
                    <a:pt x="732" y="642"/>
                  </a:lnTo>
                  <a:lnTo>
                    <a:pt x="738" y="618"/>
                  </a:lnTo>
                  <a:lnTo>
                    <a:pt x="744" y="600"/>
                  </a:lnTo>
                  <a:lnTo>
                    <a:pt x="750" y="576"/>
                  </a:lnTo>
                  <a:lnTo>
                    <a:pt x="756" y="558"/>
                  </a:lnTo>
                  <a:lnTo>
                    <a:pt x="762" y="540"/>
                  </a:lnTo>
                  <a:lnTo>
                    <a:pt x="768" y="522"/>
                  </a:lnTo>
                  <a:lnTo>
                    <a:pt x="780" y="504"/>
                  </a:lnTo>
                  <a:lnTo>
                    <a:pt x="792" y="486"/>
                  </a:lnTo>
                  <a:lnTo>
                    <a:pt x="804" y="474"/>
                  </a:lnTo>
                  <a:lnTo>
                    <a:pt x="816" y="462"/>
                  </a:lnTo>
                  <a:lnTo>
                    <a:pt x="834" y="456"/>
                  </a:lnTo>
                  <a:lnTo>
                    <a:pt x="828" y="516"/>
                  </a:lnTo>
                  <a:lnTo>
                    <a:pt x="828" y="534"/>
                  </a:lnTo>
                  <a:lnTo>
                    <a:pt x="822" y="552"/>
                  </a:lnTo>
                  <a:lnTo>
                    <a:pt x="822" y="564"/>
                  </a:lnTo>
                  <a:lnTo>
                    <a:pt x="822" y="576"/>
                  </a:lnTo>
                  <a:lnTo>
                    <a:pt x="822" y="606"/>
                  </a:lnTo>
                  <a:lnTo>
                    <a:pt x="816" y="630"/>
                  </a:lnTo>
                  <a:lnTo>
                    <a:pt x="816" y="642"/>
                  </a:lnTo>
                  <a:lnTo>
                    <a:pt x="816" y="654"/>
                  </a:lnTo>
                  <a:lnTo>
                    <a:pt x="816" y="666"/>
                  </a:lnTo>
                  <a:lnTo>
                    <a:pt x="822" y="684"/>
                  </a:lnTo>
                  <a:lnTo>
                    <a:pt x="828" y="696"/>
                  </a:lnTo>
                  <a:lnTo>
                    <a:pt x="834" y="714"/>
                  </a:lnTo>
                  <a:lnTo>
                    <a:pt x="846" y="726"/>
                  </a:lnTo>
                  <a:lnTo>
                    <a:pt x="858" y="732"/>
                  </a:lnTo>
                  <a:lnTo>
                    <a:pt x="870" y="738"/>
                  </a:lnTo>
                  <a:lnTo>
                    <a:pt x="888" y="738"/>
                  </a:lnTo>
                  <a:lnTo>
                    <a:pt x="900" y="738"/>
                  </a:lnTo>
                  <a:lnTo>
                    <a:pt x="912" y="738"/>
                  </a:lnTo>
                  <a:lnTo>
                    <a:pt x="924" y="732"/>
                  </a:lnTo>
                  <a:lnTo>
                    <a:pt x="930" y="726"/>
                  </a:lnTo>
                  <a:lnTo>
                    <a:pt x="948" y="702"/>
                  </a:lnTo>
                  <a:lnTo>
                    <a:pt x="960" y="684"/>
                  </a:lnTo>
                  <a:lnTo>
                    <a:pt x="972" y="660"/>
                  </a:lnTo>
                  <a:lnTo>
                    <a:pt x="972" y="636"/>
                  </a:lnTo>
                  <a:lnTo>
                    <a:pt x="942" y="474"/>
                  </a:lnTo>
                  <a:lnTo>
                    <a:pt x="960" y="414"/>
                  </a:lnTo>
                  <a:lnTo>
                    <a:pt x="966" y="420"/>
                  </a:lnTo>
                  <a:lnTo>
                    <a:pt x="972" y="432"/>
                  </a:lnTo>
                  <a:lnTo>
                    <a:pt x="978" y="444"/>
                  </a:lnTo>
                  <a:lnTo>
                    <a:pt x="984" y="462"/>
                  </a:lnTo>
                  <a:lnTo>
                    <a:pt x="984" y="468"/>
                  </a:lnTo>
                  <a:lnTo>
                    <a:pt x="990" y="474"/>
                  </a:lnTo>
                  <a:lnTo>
                    <a:pt x="990" y="480"/>
                  </a:lnTo>
                  <a:lnTo>
                    <a:pt x="996" y="492"/>
                  </a:lnTo>
                  <a:lnTo>
                    <a:pt x="996" y="516"/>
                  </a:lnTo>
                  <a:lnTo>
                    <a:pt x="1002" y="534"/>
                  </a:lnTo>
                  <a:lnTo>
                    <a:pt x="1002" y="558"/>
                  </a:lnTo>
                  <a:lnTo>
                    <a:pt x="1002" y="576"/>
                  </a:lnTo>
                  <a:lnTo>
                    <a:pt x="1008" y="594"/>
                  </a:lnTo>
                  <a:lnTo>
                    <a:pt x="1014" y="612"/>
                  </a:lnTo>
                  <a:lnTo>
                    <a:pt x="1014" y="630"/>
                  </a:lnTo>
                  <a:lnTo>
                    <a:pt x="1020" y="642"/>
                  </a:lnTo>
                  <a:lnTo>
                    <a:pt x="1032" y="678"/>
                  </a:lnTo>
                  <a:lnTo>
                    <a:pt x="1050" y="702"/>
                  </a:lnTo>
                  <a:lnTo>
                    <a:pt x="1074" y="714"/>
                  </a:lnTo>
                  <a:lnTo>
                    <a:pt x="1104" y="720"/>
                  </a:lnTo>
                  <a:lnTo>
                    <a:pt x="1110" y="720"/>
                  </a:lnTo>
                  <a:lnTo>
                    <a:pt x="1116" y="720"/>
                  </a:lnTo>
                  <a:lnTo>
                    <a:pt x="1122" y="720"/>
                  </a:lnTo>
                  <a:lnTo>
                    <a:pt x="1128" y="714"/>
                  </a:lnTo>
                  <a:lnTo>
                    <a:pt x="1134" y="714"/>
                  </a:lnTo>
                  <a:lnTo>
                    <a:pt x="1140" y="708"/>
                  </a:lnTo>
                  <a:lnTo>
                    <a:pt x="1146" y="702"/>
                  </a:lnTo>
                  <a:lnTo>
                    <a:pt x="1152" y="696"/>
                  </a:lnTo>
                  <a:lnTo>
                    <a:pt x="1092" y="510"/>
                  </a:lnTo>
                  <a:lnTo>
                    <a:pt x="1074" y="462"/>
                  </a:lnTo>
                  <a:lnTo>
                    <a:pt x="1092" y="396"/>
                  </a:lnTo>
                  <a:lnTo>
                    <a:pt x="1152" y="498"/>
                  </a:lnTo>
                  <a:lnTo>
                    <a:pt x="1152" y="510"/>
                  </a:lnTo>
                  <a:lnTo>
                    <a:pt x="1128" y="498"/>
                  </a:lnTo>
                  <a:lnTo>
                    <a:pt x="1128" y="510"/>
                  </a:lnTo>
                  <a:lnTo>
                    <a:pt x="1134" y="528"/>
                  </a:lnTo>
                  <a:lnTo>
                    <a:pt x="1146" y="546"/>
                  </a:lnTo>
                  <a:lnTo>
                    <a:pt x="1152" y="564"/>
                  </a:lnTo>
                  <a:lnTo>
                    <a:pt x="1158" y="588"/>
                  </a:lnTo>
                  <a:lnTo>
                    <a:pt x="1170" y="612"/>
                  </a:lnTo>
                  <a:lnTo>
                    <a:pt x="1170" y="630"/>
                  </a:lnTo>
                  <a:lnTo>
                    <a:pt x="1176" y="654"/>
                  </a:lnTo>
                  <a:lnTo>
                    <a:pt x="1176" y="672"/>
                  </a:lnTo>
                  <a:lnTo>
                    <a:pt x="1176" y="696"/>
                  </a:lnTo>
                  <a:lnTo>
                    <a:pt x="1170" y="720"/>
                  </a:lnTo>
                  <a:lnTo>
                    <a:pt x="1164" y="738"/>
                  </a:lnTo>
                  <a:lnTo>
                    <a:pt x="1158" y="756"/>
                  </a:lnTo>
                  <a:lnTo>
                    <a:pt x="1146" y="780"/>
                  </a:lnTo>
                  <a:lnTo>
                    <a:pt x="1134" y="792"/>
                  </a:lnTo>
                  <a:lnTo>
                    <a:pt x="1116" y="798"/>
                  </a:lnTo>
                  <a:lnTo>
                    <a:pt x="1092" y="804"/>
                  </a:lnTo>
                  <a:lnTo>
                    <a:pt x="1068" y="798"/>
                  </a:lnTo>
                  <a:lnTo>
                    <a:pt x="1044" y="792"/>
                  </a:lnTo>
                  <a:lnTo>
                    <a:pt x="1026" y="774"/>
                  </a:lnTo>
                  <a:lnTo>
                    <a:pt x="1008" y="750"/>
                  </a:lnTo>
                  <a:lnTo>
                    <a:pt x="1002" y="732"/>
                  </a:lnTo>
                  <a:lnTo>
                    <a:pt x="996" y="714"/>
                  </a:lnTo>
                  <a:lnTo>
                    <a:pt x="990" y="702"/>
                  </a:lnTo>
                  <a:lnTo>
                    <a:pt x="984" y="684"/>
                  </a:lnTo>
                  <a:lnTo>
                    <a:pt x="984" y="696"/>
                  </a:lnTo>
                  <a:lnTo>
                    <a:pt x="978" y="708"/>
                  </a:lnTo>
                  <a:lnTo>
                    <a:pt x="978" y="720"/>
                  </a:lnTo>
                  <a:lnTo>
                    <a:pt x="978" y="732"/>
                  </a:lnTo>
                  <a:lnTo>
                    <a:pt x="972" y="744"/>
                  </a:lnTo>
                  <a:lnTo>
                    <a:pt x="966" y="762"/>
                  </a:lnTo>
                  <a:lnTo>
                    <a:pt x="960" y="774"/>
                  </a:lnTo>
                  <a:lnTo>
                    <a:pt x="948" y="792"/>
                  </a:lnTo>
                  <a:lnTo>
                    <a:pt x="936" y="804"/>
                  </a:lnTo>
                  <a:lnTo>
                    <a:pt x="918" y="816"/>
                  </a:lnTo>
                  <a:lnTo>
                    <a:pt x="894" y="822"/>
                  </a:lnTo>
                  <a:lnTo>
                    <a:pt x="870" y="822"/>
                  </a:lnTo>
                  <a:lnTo>
                    <a:pt x="852" y="822"/>
                  </a:lnTo>
                  <a:lnTo>
                    <a:pt x="828" y="810"/>
                  </a:lnTo>
                  <a:lnTo>
                    <a:pt x="816" y="792"/>
                  </a:lnTo>
                  <a:lnTo>
                    <a:pt x="804" y="774"/>
                  </a:lnTo>
                  <a:lnTo>
                    <a:pt x="798" y="744"/>
                  </a:lnTo>
                  <a:lnTo>
                    <a:pt x="792" y="720"/>
                  </a:lnTo>
                  <a:lnTo>
                    <a:pt x="786" y="690"/>
                  </a:lnTo>
                  <a:lnTo>
                    <a:pt x="786" y="660"/>
                  </a:lnTo>
                  <a:lnTo>
                    <a:pt x="786" y="648"/>
                  </a:lnTo>
                  <a:lnTo>
                    <a:pt x="786" y="630"/>
                  </a:lnTo>
                  <a:lnTo>
                    <a:pt x="792" y="618"/>
                  </a:lnTo>
                  <a:lnTo>
                    <a:pt x="792" y="606"/>
                  </a:lnTo>
                  <a:lnTo>
                    <a:pt x="792" y="594"/>
                  </a:lnTo>
                  <a:lnTo>
                    <a:pt x="792" y="582"/>
                  </a:lnTo>
                  <a:lnTo>
                    <a:pt x="792" y="576"/>
                  </a:lnTo>
                  <a:lnTo>
                    <a:pt x="792" y="570"/>
                  </a:lnTo>
                  <a:lnTo>
                    <a:pt x="792" y="564"/>
                  </a:lnTo>
                  <a:lnTo>
                    <a:pt x="792" y="558"/>
                  </a:lnTo>
                  <a:lnTo>
                    <a:pt x="786" y="570"/>
                  </a:lnTo>
                  <a:lnTo>
                    <a:pt x="774" y="588"/>
                  </a:lnTo>
                  <a:lnTo>
                    <a:pt x="768" y="612"/>
                  </a:lnTo>
                  <a:lnTo>
                    <a:pt x="762" y="636"/>
                  </a:lnTo>
                  <a:lnTo>
                    <a:pt x="756" y="660"/>
                  </a:lnTo>
                  <a:lnTo>
                    <a:pt x="750" y="678"/>
                  </a:lnTo>
                  <a:lnTo>
                    <a:pt x="750" y="702"/>
                  </a:lnTo>
                  <a:lnTo>
                    <a:pt x="744" y="720"/>
                  </a:lnTo>
                  <a:lnTo>
                    <a:pt x="738" y="738"/>
                  </a:lnTo>
                  <a:lnTo>
                    <a:pt x="738" y="750"/>
                  </a:lnTo>
                  <a:lnTo>
                    <a:pt x="738" y="762"/>
                  </a:lnTo>
                  <a:lnTo>
                    <a:pt x="738" y="768"/>
                  </a:lnTo>
                  <a:lnTo>
                    <a:pt x="732" y="768"/>
                  </a:lnTo>
                  <a:lnTo>
                    <a:pt x="732" y="774"/>
                  </a:lnTo>
                  <a:lnTo>
                    <a:pt x="726" y="780"/>
                  </a:lnTo>
                  <a:lnTo>
                    <a:pt x="726" y="786"/>
                  </a:lnTo>
                  <a:lnTo>
                    <a:pt x="750" y="1014"/>
                  </a:lnTo>
                  <a:lnTo>
                    <a:pt x="750" y="1020"/>
                  </a:lnTo>
                  <a:lnTo>
                    <a:pt x="756" y="1026"/>
                  </a:lnTo>
                  <a:lnTo>
                    <a:pt x="756" y="1032"/>
                  </a:lnTo>
                  <a:lnTo>
                    <a:pt x="756" y="1038"/>
                  </a:lnTo>
                  <a:lnTo>
                    <a:pt x="756" y="1050"/>
                  </a:lnTo>
                  <a:lnTo>
                    <a:pt x="756" y="1056"/>
                  </a:lnTo>
                  <a:lnTo>
                    <a:pt x="756" y="1062"/>
                  </a:lnTo>
                  <a:lnTo>
                    <a:pt x="756" y="1074"/>
                  </a:lnTo>
                  <a:lnTo>
                    <a:pt x="756" y="1086"/>
                  </a:lnTo>
                  <a:lnTo>
                    <a:pt x="756" y="1098"/>
                  </a:lnTo>
                  <a:lnTo>
                    <a:pt x="756" y="1104"/>
                  </a:lnTo>
                  <a:lnTo>
                    <a:pt x="750" y="1116"/>
                  </a:lnTo>
                  <a:lnTo>
                    <a:pt x="750" y="1128"/>
                  </a:lnTo>
                  <a:lnTo>
                    <a:pt x="750" y="1140"/>
                  </a:lnTo>
                  <a:lnTo>
                    <a:pt x="750" y="1152"/>
                  </a:lnTo>
                  <a:lnTo>
                    <a:pt x="744" y="1164"/>
                  </a:lnTo>
                  <a:lnTo>
                    <a:pt x="774" y="1152"/>
                  </a:lnTo>
                  <a:lnTo>
                    <a:pt x="798" y="1140"/>
                  </a:lnTo>
                  <a:lnTo>
                    <a:pt x="822" y="1134"/>
                  </a:lnTo>
                  <a:lnTo>
                    <a:pt x="840" y="1134"/>
                  </a:lnTo>
                  <a:lnTo>
                    <a:pt x="858" y="1128"/>
                  </a:lnTo>
                  <a:lnTo>
                    <a:pt x="876" y="1128"/>
                  </a:lnTo>
                  <a:lnTo>
                    <a:pt x="882" y="1122"/>
                  </a:lnTo>
                  <a:lnTo>
                    <a:pt x="888" y="1122"/>
                  </a:lnTo>
                  <a:lnTo>
                    <a:pt x="882" y="1110"/>
                  </a:lnTo>
                  <a:lnTo>
                    <a:pt x="876" y="1098"/>
                  </a:lnTo>
                  <a:lnTo>
                    <a:pt x="870" y="1092"/>
                  </a:lnTo>
                  <a:lnTo>
                    <a:pt x="870" y="1080"/>
                  </a:lnTo>
                  <a:lnTo>
                    <a:pt x="864" y="1068"/>
                  </a:lnTo>
                  <a:lnTo>
                    <a:pt x="864" y="1056"/>
                  </a:lnTo>
                  <a:lnTo>
                    <a:pt x="864" y="1044"/>
                  </a:lnTo>
                  <a:lnTo>
                    <a:pt x="864" y="1032"/>
                  </a:lnTo>
                  <a:lnTo>
                    <a:pt x="864" y="1008"/>
                  </a:lnTo>
                  <a:lnTo>
                    <a:pt x="876" y="978"/>
                  </a:lnTo>
                  <a:lnTo>
                    <a:pt x="888" y="948"/>
                  </a:lnTo>
                  <a:lnTo>
                    <a:pt x="906" y="924"/>
                  </a:lnTo>
                  <a:lnTo>
                    <a:pt x="924" y="900"/>
                  </a:lnTo>
                  <a:lnTo>
                    <a:pt x="942" y="882"/>
                  </a:lnTo>
                  <a:lnTo>
                    <a:pt x="954" y="870"/>
                  </a:lnTo>
                  <a:lnTo>
                    <a:pt x="972" y="870"/>
                  </a:lnTo>
                  <a:lnTo>
                    <a:pt x="978" y="870"/>
                  </a:lnTo>
                  <a:lnTo>
                    <a:pt x="990" y="882"/>
                  </a:lnTo>
                  <a:lnTo>
                    <a:pt x="1002" y="894"/>
                  </a:lnTo>
                  <a:lnTo>
                    <a:pt x="1008" y="912"/>
                  </a:lnTo>
                  <a:lnTo>
                    <a:pt x="1020" y="930"/>
                  </a:lnTo>
                  <a:lnTo>
                    <a:pt x="1038" y="948"/>
                  </a:lnTo>
                  <a:lnTo>
                    <a:pt x="1056" y="954"/>
                  </a:lnTo>
                  <a:lnTo>
                    <a:pt x="1080" y="960"/>
                  </a:lnTo>
                  <a:lnTo>
                    <a:pt x="1098" y="954"/>
                  </a:lnTo>
                  <a:lnTo>
                    <a:pt x="1122" y="942"/>
                  </a:lnTo>
                  <a:lnTo>
                    <a:pt x="1140" y="918"/>
                  </a:lnTo>
                  <a:lnTo>
                    <a:pt x="1164" y="888"/>
                  </a:lnTo>
                  <a:lnTo>
                    <a:pt x="1170" y="882"/>
                  </a:lnTo>
                  <a:lnTo>
                    <a:pt x="1170" y="876"/>
                  </a:lnTo>
                  <a:lnTo>
                    <a:pt x="1176" y="864"/>
                  </a:lnTo>
                  <a:lnTo>
                    <a:pt x="1182" y="858"/>
                  </a:lnTo>
                  <a:lnTo>
                    <a:pt x="1182" y="864"/>
                  </a:lnTo>
                  <a:lnTo>
                    <a:pt x="1188" y="876"/>
                  </a:lnTo>
                  <a:lnTo>
                    <a:pt x="1188" y="882"/>
                  </a:lnTo>
                  <a:lnTo>
                    <a:pt x="1188" y="894"/>
                  </a:lnTo>
                  <a:lnTo>
                    <a:pt x="1194" y="906"/>
                  </a:lnTo>
                  <a:lnTo>
                    <a:pt x="1200" y="918"/>
                  </a:lnTo>
                  <a:lnTo>
                    <a:pt x="1212" y="924"/>
                  </a:lnTo>
                  <a:lnTo>
                    <a:pt x="1218" y="930"/>
                  </a:lnTo>
                  <a:lnTo>
                    <a:pt x="1236" y="924"/>
                  </a:lnTo>
                  <a:lnTo>
                    <a:pt x="1248" y="918"/>
                  </a:lnTo>
                  <a:lnTo>
                    <a:pt x="1266" y="906"/>
                  </a:lnTo>
                  <a:lnTo>
                    <a:pt x="1278" y="888"/>
                  </a:lnTo>
                  <a:lnTo>
                    <a:pt x="1290" y="864"/>
                  </a:lnTo>
                  <a:lnTo>
                    <a:pt x="1302" y="846"/>
                  </a:lnTo>
                  <a:lnTo>
                    <a:pt x="1314" y="834"/>
                  </a:lnTo>
                  <a:lnTo>
                    <a:pt x="1314" y="828"/>
                  </a:lnTo>
                  <a:lnTo>
                    <a:pt x="1314" y="846"/>
                  </a:lnTo>
                  <a:lnTo>
                    <a:pt x="1320" y="864"/>
                  </a:lnTo>
                  <a:lnTo>
                    <a:pt x="1326" y="882"/>
                  </a:lnTo>
                  <a:lnTo>
                    <a:pt x="1338" y="894"/>
                  </a:lnTo>
                  <a:lnTo>
                    <a:pt x="1350" y="906"/>
                  </a:lnTo>
                  <a:lnTo>
                    <a:pt x="1362" y="912"/>
                  </a:lnTo>
                  <a:lnTo>
                    <a:pt x="1374" y="918"/>
                  </a:lnTo>
                  <a:lnTo>
                    <a:pt x="1392" y="918"/>
                  </a:lnTo>
                  <a:lnTo>
                    <a:pt x="1410" y="918"/>
                  </a:lnTo>
                  <a:lnTo>
                    <a:pt x="1422" y="912"/>
                  </a:lnTo>
                  <a:lnTo>
                    <a:pt x="1434" y="906"/>
                  </a:lnTo>
                  <a:lnTo>
                    <a:pt x="1440" y="894"/>
                  </a:lnTo>
                  <a:lnTo>
                    <a:pt x="1440" y="888"/>
                  </a:lnTo>
                  <a:lnTo>
                    <a:pt x="1440" y="882"/>
                  </a:lnTo>
                  <a:lnTo>
                    <a:pt x="1446" y="876"/>
                  </a:lnTo>
                  <a:lnTo>
                    <a:pt x="1446" y="864"/>
                  </a:lnTo>
                  <a:lnTo>
                    <a:pt x="1434" y="840"/>
                  </a:lnTo>
                  <a:lnTo>
                    <a:pt x="1428" y="822"/>
                  </a:lnTo>
                  <a:lnTo>
                    <a:pt x="1422" y="804"/>
                  </a:lnTo>
                  <a:lnTo>
                    <a:pt x="1410" y="792"/>
                  </a:lnTo>
                  <a:lnTo>
                    <a:pt x="1392" y="750"/>
                  </a:lnTo>
                  <a:lnTo>
                    <a:pt x="1380" y="720"/>
                  </a:lnTo>
                  <a:lnTo>
                    <a:pt x="1368" y="690"/>
                  </a:lnTo>
                  <a:lnTo>
                    <a:pt x="1362" y="678"/>
                  </a:lnTo>
                  <a:lnTo>
                    <a:pt x="1362" y="672"/>
                  </a:lnTo>
                  <a:lnTo>
                    <a:pt x="1356" y="660"/>
                  </a:lnTo>
                  <a:lnTo>
                    <a:pt x="1350" y="648"/>
                  </a:lnTo>
                  <a:lnTo>
                    <a:pt x="1344" y="636"/>
                  </a:lnTo>
                  <a:lnTo>
                    <a:pt x="1344" y="630"/>
                  </a:lnTo>
                  <a:lnTo>
                    <a:pt x="1344" y="624"/>
                  </a:lnTo>
                  <a:lnTo>
                    <a:pt x="1338" y="612"/>
                  </a:lnTo>
                  <a:lnTo>
                    <a:pt x="1338" y="606"/>
                  </a:lnTo>
                  <a:lnTo>
                    <a:pt x="1350" y="528"/>
                  </a:lnTo>
                  <a:lnTo>
                    <a:pt x="1428" y="642"/>
                  </a:lnTo>
                  <a:lnTo>
                    <a:pt x="1428" y="660"/>
                  </a:lnTo>
                  <a:lnTo>
                    <a:pt x="1392" y="636"/>
                  </a:lnTo>
                  <a:lnTo>
                    <a:pt x="1392" y="642"/>
                  </a:lnTo>
                  <a:lnTo>
                    <a:pt x="1392" y="648"/>
                  </a:lnTo>
                  <a:lnTo>
                    <a:pt x="1410" y="678"/>
                  </a:lnTo>
                  <a:lnTo>
                    <a:pt x="1428" y="708"/>
                  </a:lnTo>
                  <a:lnTo>
                    <a:pt x="1440" y="738"/>
                  </a:lnTo>
                  <a:lnTo>
                    <a:pt x="1452" y="774"/>
                  </a:lnTo>
                  <a:lnTo>
                    <a:pt x="1464" y="798"/>
                  </a:lnTo>
                  <a:lnTo>
                    <a:pt x="1464" y="822"/>
                  </a:lnTo>
                  <a:lnTo>
                    <a:pt x="1470" y="840"/>
                  </a:lnTo>
                  <a:lnTo>
                    <a:pt x="1470" y="864"/>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3" name="Freeform 16"/>
            <p:cNvSpPr>
              <a:spLocks/>
            </p:cNvSpPr>
            <p:nvPr/>
          </p:nvSpPr>
          <p:spPr bwMode="auto">
            <a:xfrm>
              <a:off x="6042345" y="4550027"/>
              <a:ext cx="616591" cy="394435"/>
            </a:xfrm>
            <a:custGeom>
              <a:avLst/>
              <a:gdLst>
                <a:gd name="T0" fmla="*/ 330 w 336"/>
                <a:gd name="T1" fmla="*/ 48 h 204"/>
                <a:gd name="T2" fmla="*/ 318 w 336"/>
                <a:gd name="T3" fmla="*/ 72 h 204"/>
                <a:gd name="T4" fmla="*/ 300 w 336"/>
                <a:gd name="T5" fmla="*/ 72 h 204"/>
                <a:gd name="T6" fmla="*/ 288 w 336"/>
                <a:gd name="T7" fmla="*/ 72 h 204"/>
                <a:gd name="T8" fmla="*/ 258 w 336"/>
                <a:gd name="T9" fmla="*/ 90 h 204"/>
                <a:gd name="T10" fmla="*/ 246 w 336"/>
                <a:gd name="T11" fmla="*/ 96 h 204"/>
                <a:gd name="T12" fmla="*/ 234 w 336"/>
                <a:gd name="T13" fmla="*/ 96 h 204"/>
                <a:gd name="T14" fmla="*/ 222 w 336"/>
                <a:gd name="T15" fmla="*/ 90 h 204"/>
                <a:gd name="T16" fmla="*/ 210 w 336"/>
                <a:gd name="T17" fmla="*/ 90 h 204"/>
                <a:gd name="T18" fmla="*/ 204 w 336"/>
                <a:gd name="T19" fmla="*/ 84 h 204"/>
                <a:gd name="T20" fmla="*/ 180 w 336"/>
                <a:gd name="T21" fmla="*/ 90 h 204"/>
                <a:gd name="T22" fmla="*/ 162 w 336"/>
                <a:gd name="T23" fmla="*/ 108 h 204"/>
                <a:gd name="T24" fmla="*/ 96 w 336"/>
                <a:gd name="T25" fmla="*/ 168 h 204"/>
                <a:gd name="T26" fmla="*/ 18 w 336"/>
                <a:gd name="T27" fmla="*/ 204 h 204"/>
                <a:gd name="T28" fmla="*/ 12 w 336"/>
                <a:gd name="T29" fmla="*/ 198 h 204"/>
                <a:gd name="T30" fmla="*/ 36 w 336"/>
                <a:gd name="T31" fmla="*/ 186 h 204"/>
                <a:gd name="T32" fmla="*/ 72 w 336"/>
                <a:gd name="T33" fmla="*/ 162 h 204"/>
                <a:gd name="T34" fmla="*/ 114 w 336"/>
                <a:gd name="T35" fmla="*/ 126 h 204"/>
                <a:gd name="T36" fmla="*/ 150 w 336"/>
                <a:gd name="T37" fmla="*/ 90 h 204"/>
                <a:gd name="T38" fmla="*/ 174 w 336"/>
                <a:gd name="T39" fmla="*/ 72 h 204"/>
                <a:gd name="T40" fmla="*/ 192 w 336"/>
                <a:gd name="T41" fmla="*/ 60 h 204"/>
                <a:gd name="T42" fmla="*/ 204 w 336"/>
                <a:gd name="T43" fmla="*/ 54 h 204"/>
                <a:gd name="T44" fmla="*/ 216 w 336"/>
                <a:gd name="T45" fmla="*/ 54 h 204"/>
                <a:gd name="T46" fmla="*/ 228 w 336"/>
                <a:gd name="T47" fmla="*/ 60 h 204"/>
                <a:gd name="T48" fmla="*/ 240 w 336"/>
                <a:gd name="T49" fmla="*/ 60 h 204"/>
                <a:gd name="T50" fmla="*/ 252 w 336"/>
                <a:gd name="T51" fmla="*/ 60 h 204"/>
                <a:gd name="T52" fmla="*/ 264 w 336"/>
                <a:gd name="T53" fmla="*/ 60 h 204"/>
                <a:gd name="T54" fmla="*/ 270 w 336"/>
                <a:gd name="T55" fmla="*/ 48 h 204"/>
                <a:gd name="T56" fmla="*/ 276 w 336"/>
                <a:gd name="T57" fmla="*/ 30 h 204"/>
                <a:gd name="T58" fmla="*/ 288 w 336"/>
                <a:gd name="T59" fmla="*/ 18 h 204"/>
                <a:gd name="T60" fmla="*/ 294 w 336"/>
                <a:gd name="T61" fmla="*/ 36 h 204"/>
                <a:gd name="T62" fmla="*/ 318 w 336"/>
                <a:gd name="T63" fmla="*/ 48 h 204"/>
                <a:gd name="T64" fmla="*/ 318 w 336"/>
                <a:gd name="T65" fmla="*/ 24 h 204"/>
                <a:gd name="T66" fmla="*/ 324 w 336"/>
                <a:gd name="T67" fmla="*/ 12 h 204"/>
                <a:gd name="T68" fmla="*/ 330 w 336"/>
                <a:gd name="T69" fmla="*/ 0 h 204"/>
                <a:gd name="T70" fmla="*/ 336 w 336"/>
                <a:gd name="T71" fmla="*/ 12 h 204"/>
                <a:gd name="T72" fmla="*/ 336 w 336"/>
                <a:gd name="T73" fmla="*/ 30 h 2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36"/>
                <a:gd name="T112" fmla="*/ 0 h 204"/>
                <a:gd name="T113" fmla="*/ 336 w 336"/>
                <a:gd name="T114" fmla="*/ 204 h 20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36" h="204">
                  <a:moveTo>
                    <a:pt x="336" y="30"/>
                  </a:moveTo>
                  <a:lnTo>
                    <a:pt x="330" y="48"/>
                  </a:lnTo>
                  <a:lnTo>
                    <a:pt x="330" y="66"/>
                  </a:lnTo>
                  <a:lnTo>
                    <a:pt x="318" y="72"/>
                  </a:lnTo>
                  <a:lnTo>
                    <a:pt x="306" y="78"/>
                  </a:lnTo>
                  <a:lnTo>
                    <a:pt x="300" y="72"/>
                  </a:lnTo>
                  <a:lnTo>
                    <a:pt x="294" y="72"/>
                  </a:lnTo>
                  <a:lnTo>
                    <a:pt x="288" y="72"/>
                  </a:lnTo>
                  <a:lnTo>
                    <a:pt x="282" y="66"/>
                  </a:lnTo>
                  <a:lnTo>
                    <a:pt x="258" y="90"/>
                  </a:lnTo>
                  <a:lnTo>
                    <a:pt x="252" y="96"/>
                  </a:lnTo>
                  <a:lnTo>
                    <a:pt x="246" y="96"/>
                  </a:lnTo>
                  <a:lnTo>
                    <a:pt x="240" y="96"/>
                  </a:lnTo>
                  <a:lnTo>
                    <a:pt x="234" y="96"/>
                  </a:lnTo>
                  <a:lnTo>
                    <a:pt x="228" y="96"/>
                  </a:lnTo>
                  <a:lnTo>
                    <a:pt x="222" y="90"/>
                  </a:lnTo>
                  <a:lnTo>
                    <a:pt x="216" y="90"/>
                  </a:lnTo>
                  <a:lnTo>
                    <a:pt x="210" y="90"/>
                  </a:lnTo>
                  <a:lnTo>
                    <a:pt x="210" y="84"/>
                  </a:lnTo>
                  <a:lnTo>
                    <a:pt x="204" y="84"/>
                  </a:lnTo>
                  <a:lnTo>
                    <a:pt x="192" y="84"/>
                  </a:lnTo>
                  <a:lnTo>
                    <a:pt x="180" y="90"/>
                  </a:lnTo>
                  <a:lnTo>
                    <a:pt x="168" y="96"/>
                  </a:lnTo>
                  <a:lnTo>
                    <a:pt x="162" y="108"/>
                  </a:lnTo>
                  <a:lnTo>
                    <a:pt x="132" y="138"/>
                  </a:lnTo>
                  <a:lnTo>
                    <a:pt x="96" y="168"/>
                  </a:lnTo>
                  <a:lnTo>
                    <a:pt x="60" y="186"/>
                  </a:lnTo>
                  <a:lnTo>
                    <a:pt x="18" y="204"/>
                  </a:lnTo>
                  <a:lnTo>
                    <a:pt x="0" y="204"/>
                  </a:lnTo>
                  <a:lnTo>
                    <a:pt x="12" y="198"/>
                  </a:lnTo>
                  <a:lnTo>
                    <a:pt x="24" y="192"/>
                  </a:lnTo>
                  <a:lnTo>
                    <a:pt x="36" y="186"/>
                  </a:lnTo>
                  <a:lnTo>
                    <a:pt x="48" y="174"/>
                  </a:lnTo>
                  <a:lnTo>
                    <a:pt x="72" y="162"/>
                  </a:lnTo>
                  <a:lnTo>
                    <a:pt x="90" y="144"/>
                  </a:lnTo>
                  <a:lnTo>
                    <a:pt x="114" y="126"/>
                  </a:lnTo>
                  <a:lnTo>
                    <a:pt x="132" y="102"/>
                  </a:lnTo>
                  <a:lnTo>
                    <a:pt x="150" y="90"/>
                  </a:lnTo>
                  <a:lnTo>
                    <a:pt x="162" y="78"/>
                  </a:lnTo>
                  <a:lnTo>
                    <a:pt x="174" y="72"/>
                  </a:lnTo>
                  <a:lnTo>
                    <a:pt x="180" y="66"/>
                  </a:lnTo>
                  <a:lnTo>
                    <a:pt x="192" y="60"/>
                  </a:lnTo>
                  <a:lnTo>
                    <a:pt x="198" y="54"/>
                  </a:lnTo>
                  <a:lnTo>
                    <a:pt x="204" y="54"/>
                  </a:lnTo>
                  <a:lnTo>
                    <a:pt x="210" y="54"/>
                  </a:lnTo>
                  <a:lnTo>
                    <a:pt x="216" y="54"/>
                  </a:lnTo>
                  <a:lnTo>
                    <a:pt x="222" y="54"/>
                  </a:lnTo>
                  <a:lnTo>
                    <a:pt x="228" y="60"/>
                  </a:lnTo>
                  <a:lnTo>
                    <a:pt x="234" y="60"/>
                  </a:lnTo>
                  <a:lnTo>
                    <a:pt x="240" y="60"/>
                  </a:lnTo>
                  <a:lnTo>
                    <a:pt x="246" y="66"/>
                  </a:lnTo>
                  <a:lnTo>
                    <a:pt x="252" y="60"/>
                  </a:lnTo>
                  <a:lnTo>
                    <a:pt x="258" y="60"/>
                  </a:lnTo>
                  <a:lnTo>
                    <a:pt x="264" y="60"/>
                  </a:lnTo>
                  <a:lnTo>
                    <a:pt x="270" y="54"/>
                  </a:lnTo>
                  <a:lnTo>
                    <a:pt x="270" y="48"/>
                  </a:lnTo>
                  <a:lnTo>
                    <a:pt x="276" y="42"/>
                  </a:lnTo>
                  <a:lnTo>
                    <a:pt x="276" y="30"/>
                  </a:lnTo>
                  <a:lnTo>
                    <a:pt x="282" y="24"/>
                  </a:lnTo>
                  <a:lnTo>
                    <a:pt x="288" y="18"/>
                  </a:lnTo>
                  <a:lnTo>
                    <a:pt x="288" y="30"/>
                  </a:lnTo>
                  <a:lnTo>
                    <a:pt x="294" y="36"/>
                  </a:lnTo>
                  <a:lnTo>
                    <a:pt x="294" y="42"/>
                  </a:lnTo>
                  <a:lnTo>
                    <a:pt x="318" y="48"/>
                  </a:lnTo>
                  <a:lnTo>
                    <a:pt x="318" y="36"/>
                  </a:lnTo>
                  <a:lnTo>
                    <a:pt x="318" y="24"/>
                  </a:lnTo>
                  <a:lnTo>
                    <a:pt x="318" y="18"/>
                  </a:lnTo>
                  <a:lnTo>
                    <a:pt x="324" y="12"/>
                  </a:lnTo>
                  <a:lnTo>
                    <a:pt x="330" y="6"/>
                  </a:lnTo>
                  <a:lnTo>
                    <a:pt x="330" y="0"/>
                  </a:lnTo>
                  <a:lnTo>
                    <a:pt x="336" y="6"/>
                  </a:lnTo>
                  <a:lnTo>
                    <a:pt x="336" y="12"/>
                  </a:lnTo>
                  <a:lnTo>
                    <a:pt x="336" y="18"/>
                  </a:lnTo>
                  <a:lnTo>
                    <a:pt x="336" y="3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4" name="Freeform 17"/>
            <p:cNvSpPr>
              <a:spLocks/>
            </p:cNvSpPr>
            <p:nvPr/>
          </p:nvSpPr>
          <p:spPr bwMode="auto">
            <a:xfrm>
              <a:off x="6537820" y="2682259"/>
              <a:ext cx="143137" cy="417638"/>
            </a:xfrm>
            <a:custGeom>
              <a:avLst/>
              <a:gdLst>
                <a:gd name="T0" fmla="*/ 36 w 78"/>
                <a:gd name="T1" fmla="*/ 216 h 216"/>
                <a:gd name="T2" fmla="*/ 18 w 78"/>
                <a:gd name="T3" fmla="*/ 210 h 216"/>
                <a:gd name="T4" fmla="*/ 6 w 78"/>
                <a:gd name="T5" fmla="*/ 198 h 216"/>
                <a:gd name="T6" fmla="*/ 0 w 78"/>
                <a:gd name="T7" fmla="*/ 180 h 216"/>
                <a:gd name="T8" fmla="*/ 0 w 78"/>
                <a:gd name="T9" fmla="*/ 162 h 216"/>
                <a:gd name="T10" fmla="*/ 0 w 78"/>
                <a:gd name="T11" fmla="*/ 150 h 216"/>
                <a:gd name="T12" fmla="*/ 6 w 78"/>
                <a:gd name="T13" fmla="*/ 132 h 216"/>
                <a:gd name="T14" fmla="*/ 12 w 78"/>
                <a:gd name="T15" fmla="*/ 108 h 216"/>
                <a:gd name="T16" fmla="*/ 24 w 78"/>
                <a:gd name="T17" fmla="*/ 84 h 216"/>
                <a:gd name="T18" fmla="*/ 36 w 78"/>
                <a:gd name="T19" fmla="*/ 54 h 216"/>
                <a:gd name="T20" fmla="*/ 48 w 78"/>
                <a:gd name="T21" fmla="*/ 36 h 216"/>
                <a:gd name="T22" fmla="*/ 60 w 78"/>
                <a:gd name="T23" fmla="*/ 12 h 216"/>
                <a:gd name="T24" fmla="*/ 66 w 78"/>
                <a:gd name="T25" fmla="*/ 0 h 216"/>
                <a:gd name="T26" fmla="*/ 60 w 78"/>
                <a:gd name="T27" fmla="*/ 18 h 216"/>
                <a:gd name="T28" fmla="*/ 54 w 78"/>
                <a:gd name="T29" fmla="*/ 36 h 216"/>
                <a:gd name="T30" fmla="*/ 54 w 78"/>
                <a:gd name="T31" fmla="*/ 48 h 216"/>
                <a:gd name="T32" fmla="*/ 48 w 78"/>
                <a:gd name="T33" fmla="*/ 60 h 216"/>
                <a:gd name="T34" fmla="*/ 36 w 78"/>
                <a:gd name="T35" fmla="*/ 90 h 216"/>
                <a:gd name="T36" fmla="*/ 30 w 78"/>
                <a:gd name="T37" fmla="*/ 114 h 216"/>
                <a:gd name="T38" fmla="*/ 24 w 78"/>
                <a:gd name="T39" fmla="*/ 138 h 216"/>
                <a:gd name="T40" fmla="*/ 24 w 78"/>
                <a:gd name="T41" fmla="*/ 150 h 216"/>
                <a:gd name="T42" fmla="*/ 24 w 78"/>
                <a:gd name="T43" fmla="*/ 162 h 216"/>
                <a:gd name="T44" fmla="*/ 30 w 78"/>
                <a:gd name="T45" fmla="*/ 168 h 216"/>
                <a:gd name="T46" fmla="*/ 30 w 78"/>
                <a:gd name="T47" fmla="*/ 174 h 216"/>
                <a:gd name="T48" fmla="*/ 36 w 78"/>
                <a:gd name="T49" fmla="*/ 180 h 216"/>
                <a:gd name="T50" fmla="*/ 48 w 78"/>
                <a:gd name="T51" fmla="*/ 174 h 216"/>
                <a:gd name="T52" fmla="*/ 54 w 78"/>
                <a:gd name="T53" fmla="*/ 174 h 216"/>
                <a:gd name="T54" fmla="*/ 60 w 78"/>
                <a:gd name="T55" fmla="*/ 162 h 216"/>
                <a:gd name="T56" fmla="*/ 66 w 78"/>
                <a:gd name="T57" fmla="*/ 156 h 216"/>
                <a:gd name="T58" fmla="*/ 72 w 78"/>
                <a:gd name="T59" fmla="*/ 150 h 216"/>
                <a:gd name="T60" fmla="*/ 72 w 78"/>
                <a:gd name="T61" fmla="*/ 144 h 216"/>
                <a:gd name="T62" fmla="*/ 72 w 78"/>
                <a:gd name="T63" fmla="*/ 138 h 216"/>
                <a:gd name="T64" fmla="*/ 78 w 78"/>
                <a:gd name="T65" fmla="*/ 132 h 216"/>
                <a:gd name="T66" fmla="*/ 78 w 78"/>
                <a:gd name="T67" fmla="*/ 138 h 216"/>
                <a:gd name="T68" fmla="*/ 78 w 78"/>
                <a:gd name="T69" fmla="*/ 144 h 216"/>
                <a:gd name="T70" fmla="*/ 78 w 78"/>
                <a:gd name="T71" fmla="*/ 150 h 216"/>
                <a:gd name="T72" fmla="*/ 78 w 78"/>
                <a:gd name="T73" fmla="*/ 156 h 216"/>
                <a:gd name="T74" fmla="*/ 78 w 78"/>
                <a:gd name="T75" fmla="*/ 162 h 216"/>
                <a:gd name="T76" fmla="*/ 72 w 78"/>
                <a:gd name="T77" fmla="*/ 168 h 216"/>
                <a:gd name="T78" fmla="*/ 72 w 78"/>
                <a:gd name="T79" fmla="*/ 174 h 216"/>
                <a:gd name="T80" fmla="*/ 72 w 78"/>
                <a:gd name="T81" fmla="*/ 180 h 216"/>
                <a:gd name="T82" fmla="*/ 66 w 78"/>
                <a:gd name="T83" fmla="*/ 192 h 216"/>
                <a:gd name="T84" fmla="*/ 60 w 78"/>
                <a:gd name="T85" fmla="*/ 204 h 216"/>
                <a:gd name="T86" fmla="*/ 48 w 78"/>
                <a:gd name="T87" fmla="*/ 210 h 216"/>
                <a:gd name="T88" fmla="*/ 36 w 78"/>
                <a:gd name="T89" fmla="*/ 216 h 2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8"/>
                <a:gd name="T136" fmla="*/ 0 h 216"/>
                <a:gd name="T137" fmla="*/ 78 w 78"/>
                <a:gd name="T138" fmla="*/ 216 h 2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8" h="216">
                  <a:moveTo>
                    <a:pt x="36" y="216"/>
                  </a:moveTo>
                  <a:lnTo>
                    <a:pt x="18" y="210"/>
                  </a:lnTo>
                  <a:lnTo>
                    <a:pt x="6" y="198"/>
                  </a:lnTo>
                  <a:lnTo>
                    <a:pt x="0" y="180"/>
                  </a:lnTo>
                  <a:lnTo>
                    <a:pt x="0" y="162"/>
                  </a:lnTo>
                  <a:lnTo>
                    <a:pt x="0" y="150"/>
                  </a:lnTo>
                  <a:lnTo>
                    <a:pt x="6" y="132"/>
                  </a:lnTo>
                  <a:lnTo>
                    <a:pt x="12" y="108"/>
                  </a:lnTo>
                  <a:lnTo>
                    <a:pt x="24" y="84"/>
                  </a:lnTo>
                  <a:lnTo>
                    <a:pt x="36" y="54"/>
                  </a:lnTo>
                  <a:lnTo>
                    <a:pt x="48" y="36"/>
                  </a:lnTo>
                  <a:lnTo>
                    <a:pt x="60" y="12"/>
                  </a:lnTo>
                  <a:lnTo>
                    <a:pt x="66" y="0"/>
                  </a:lnTo>
                  <a:lnTo>
                    <a:pt x="60" y="18"/>
                  </a:lnTo>
                  <a:lnTo>
                    <a:pt x="54" y="36"/>
                  </a:lnTo>
                  <a:lnTo>
                    <a:pt x="54" y="48"/>
                  </a:lnTo>
                  <a:lnTo>
                    <a:pt x="48" y="60"/>
                  </a:lnTo>
                  <a:lnTo>
                    <a:pt x="36" y="90"/>
                  </a:lnTo>
                  <a:lnTo>
                    <a:pt x="30" y="114"/>
                  </a:lnTo>
                  <a:lnTo>
                    <a:pt x="24" y="138"/>
                  </a:lnTo>
                  <a:lnTo>
                    <a:pt x="24" y="150"/>
                  </a:lnTo>
                  <a:lnTo>
                    <a:pt x="24" y="162"/>
                  </a:lnTo>
                  <a:lnTo>
                    <a:pt x="30" y="168"/>
                  </a:lnTo>
                  <a:lnTo>
                    <a:pt x="30" y="174"/>
                  </a:lnTo>
                  <a:lnTo>
                    <a:pt x="36" y="180"/>
                  </a:lnTo>
                  <a:lnTo>
                    <a:pt x="48" y="174"/>
                  </a:lnTo>
                  <a:lnTo>
                    <a:pt x="54" y="174"/>
                  </a:lnTo>
                  <a:lnTo>
                    <a:pt x="60" y="162"/>
                  </a:lnTo>
                  <a:lnTo>
                    <a:pt x="66" y="156"/>
                  </a:lnTo>
                  <a:lnTo>
                    <a:pt x="72" y="150"/>
                  </a:lnTo>
                  <a:lnTo>
                    <a:pt x="72" y="144"/>
                  </a:lnTo>
                  <a:lnTo>
                    <a:pt x="72" y="138"/>
                  </a:lnTo>
                  <a:lnTo>
                    <a:pt x="78" y="132"/>
                  </a:lnTo>
                  <a:lnTo>
                    <a:pt x="78" y="138"/>
                  </a:lnTo>
                  <a:lnTo>
                    <a:pt x="78" y="144"/>
                  </a:lnTo>
                  <a:lnTo>
                    <a:pt x="78" y="150"/>
                  </a:lnTo>
                  <a:lnTo>
                    <a:pt x="78" y="156"/>
                  </a:lnTo>
                  <a:lnTo>
                    <a:pt x="78" y="162"/>
                  </a:lnTo>
                  <a:lnTo>
                    <a:pt x="72" y="168"/>
                  </a:lnTo>
                  <a:lnTo>
                    <a:pt x="72" y="174"/>
                  </a:lnTo>
                  <a:lnTo>
                    <a:pt x="72" y="180"/>
                  </a:lnTo>
                  <a:lnTo>
                    <a:pt x="66" y="192"/>
                  </a:lnTo>
                  <a:lnTo>
                    <a:pt x="60" y="204"/>
                  </a:lnTo>
                  <a:lnTo>
                    <a:pt x="48" y="210"/>
                  </a:lnTo>
                  <a:lnTo>
                    <a:pt x="36" y="216"/>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5" name="Freeform 18"/>
            <p:cNvSpPr>
              <a:spLocks/>
            </p:cNvSpPr>
            <p:nvPr/>
          </p:nvSpPr>
          <p:spPr bwMode="auto">
            <a:xfrm>
              <a:off x="5282617" y="4213597"/>
              <a:ext cx="154148" cy="417638"/>
            </a:xfrm>
            <a:custGeom>
              <a:avLst/>
              <a:gdLst>
                <a:gd name="T0" fmla="*/ 42 w 84"/>
                <a:gd name="T1" fmla="*/ 216 h 216"/>
                <a:gd name="T2" fmla="*/ 24 w 84"/>
                <a:gd name="T3" fmla="*/ 210 h 216"/>
                <a:gd name="T4" fmla="*/ 12 w 84"/>
                <a:gd name="T5" fmla="*/ 204 h 216"/>
                <a:gd name="T6" fmla="*/ 6 w 84"/>
                <a:gd name="T7" fmla="*/ 186 h 216"/>
                <a:gd name="T8" fmla="*/ 0 w 84"/>
                <a:gd name="T9" fmla="*/ 162 h 216"/>
                <a:gd name="T10" fmla="*/ 6 w 84"/>
                <a:gd name="T11" fmla="*/ 150 h 216"/>
                <a:gd name="T12" fmla="*/ 6 w 84"/>
                <a:gd name="T13" fmla="*/ 132 h 216"/>
                <a:gd name="T14" fmla="*/ 18 w 84"/>
                <a:gd name="T15" fmla="*/ 108 h 216"/>
                <a:gd name="T16" fmla="*/ 30 w 84"/>
                <a:gd name="T17" fmla="*/ 84 h 216"/>
                <a:gd name="T18" fmla="*/ 42 w 84"/>
                <a:gd name="T19" fmla="*/ 60 h 216"/>
                <a:gd name="T20" fmla="*/ 54 w 84"/>
                <a:gd name="T21" fmla="*/ 36 h 216"/>
                <a:gd name="T22" fmla="*/ 66 w 84"/>
                <a:gd name="T23" fmla="*/ 18 h 216"/>
                <a:gd name="T24" fmla="*/ 72 w 84"/>
                <a:gd name="T25" fmla="*/ 0 h 216"/>
                <a:gd name="T26" fmla="*/ 66 w 84"/>
                <a:gd name="T27" fmla="*/ 18 h 216"/>
                <a:gd name="T28" fmla="*/ 60 w 84"/>
                <a:gd name="T29" fmla="*/ 36 h 216"/>
                <a:gd name="T30" fmla="*/ 54 w 84"/>
                <a:gd name="T31" fmla="*/ 48 h 216"/>
                <a:gd name="T32" fmla="*/ 54 w 84"/>
                <a:gd name="T33" fmla="*/ 60 h 216"/>
                <a:gd name="T34" fmla="*/ 42 w 84"/>
                <a:gd name="T35" fmla="*/ 90 h 216"/>
                <a:gd name="T36" fmla="*/ 36 w 84"/>
                <a:gd name="T37" fmla="*/ 120 h 216"/>
                <a:gd name="T38" fmla="*/ 30 w 84"/>
                <a:gd name="T39" fmla="*/ 138 h 216"/>
                <a:gd name="T40" fmla="*/ 30 w 84"/>
                <a:gd name="T41" fmla="*/ 150 h 216"/>
                <a:gd name="T42" fmla="*/ 30 w 84"/>
                <a:gd name="T43" fmla="*/ 162 h 216"/>
                <a:gd name="T44" fmla="*/ 30 w 84"/>
                <a:gd name="T45" fmla="*/ 168 h 216"/>
                <a:gd name="T46" fmla="*/ 36 w 84"/>
                <a:gd name="T47" fmla="*/ 174 h 216"/>
                <a:gd name="T48" fmla="*/ 42 w 84"/>
                <a:gd name="T49" fmla="*/ 180 h 216"/>
                <a:gd name="T50" fmla="*/ 54 w 84"/>
                <a:gd name="T51" fmla="*/ 174 h 216"/>
                <a:gd name="T52" fmla="*/ 60 w 84"/>
                <a:gd name="T53" fmla="*/ 174 h 216"/>
                <a:gd name="T54" fmla="*/ 66 w 84"/>
                <a:gd name="T55" fmla="*/ 162 h 216"/>
                <a:gd name="T56" fmla="*/ 72 w 84"/>
                <a:gd name="T57" fmla="*/ 156 h 216"/>
                <a:gd name="T58" fmla="*/ 78 w 84"/>
                <a:gd name="T59" fmla="*/ 150 h 216"/>
                <a:gd name="T60" fmla="*/ 78 w 84"/>
                <a:gd name="T61" fmla="*/ 144 h 216"/>
                <a:gd name="T62" fmla="*/ 78 w 84"/>
                <a:gd name="T63" fmla="*/ 138 h 216"/>
                <a:gd name="T64" fmla="*/ 84 w 84"/>
                <a:gd name="T65" fmla="*/ 132 h 216"/>
                <a:gd name="T66" fmla="*/ 84 w 84"/>
                <a:gd name="T67" fmla="*/ 138 h 216"/>
                <a:gd name="T68" fmla="*/ 84 w 84"/>
                <a:gd name="T69" fmla="*/ 144 h 216"/>
                <a:gd name="T70" fmla="*/ 84 w 84"/>
                <a:gd name="T71" fmla="*/ 150 h 216"/>
                <a:gd name="T72" fmla="*/ 84 w 84"/>
                <a:gd name="T73" fmla="*/ 156 h 216"/>
                <a:gd name="T74" fmla="*/ 84 w 84"/>
                <a:gd name="T75" fmla="*/ 162 h 216"/>
                <a:gd name="T76" fmla="*/ 78 w 84"/>
                <a:gd name="T77" fmla="*/ 168 h 216"/>
                <a:gd name="T78" fmla="*/ 78 w 84"/>
                <a:gd name="T79" fmla="*/ 174 h 216"/>
                <a:gd name="T80" fmla="*/ 78 w 84"/>
                <a:gd name="T81" fmla="*/ 180 h 216"/>
                <a:gd name="T82" fmla="*/ 72 w 84"/>
                <a:gd name="T83" fmla="*/ 192 h 216"/>
                <a:gd name="T84" fmla="*/ 60 w 84"/>
                <a:gd name="T85" fmla="*/ 204 h 216"/>
                <a:gd name="T86" fmla="*/ 48 w 84"/>
                <a:gd name="T87" fmla="*/ 216 h 216"/>
                <a:gd name="T88" fmla="*/ 36 w 84"/>
                <a:gd name="T89" fmla="*/ 216 h 216"/>
                <a:gd name="T90" fmla="*/ 42 w 84"/>
                <a:gd name="T91" fmla="*/ 216 h 2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4"/>
                <a:gd name="T139" fmla="*/ 0 h 216"/>
                <a:gd name="T140" fmla="*/ 84 w 84"/>
                <a:gd name="T141" fmla="*/ 216 h 2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4" h="216">
                  <a:moveTo>
                    <a:pt x="42" y="216"/>
                  </a:moveTo>
                  <a:lnTo>
                    <a:pt x="24" y="210"/>
                  </a:lnTo>
                  <a:lnTo>
                    <a:pt x="12" y="204"/>
                  </a:lnTo>
                  <a:lnTo>
                    <a:pt x="6" y="186"/>
                  </a:lnTo>
                  <a:lnTo>
                    <a:pt x="0" y="162"/>
                  </a:lnTo>
                  <a:lnTo>
                    <a:pt x="6" y="150"/>
                  </a:lnTo>
                  <a:lnTo>
                    <a:pt x="6" y="132"/>
                  </a:lnTo>
                  <a:lnTo>
                    <a:pt x="18" y="108"/>
                  </a:lnTo>
                  <a:lnTo>
                    <a:pt x="30" y="84"/>
                  </a:lnTo>
                  <a:lnTo>
                    <a:pt x="42" y="60"/>
                  </a:lnTo>
                  <a:lnTo>
                    <a:pt x="54" y="36"/>
                  </a:lnTo>
                  <a:lnTo>
                    <a:pt x="66" y="18"/>
                  </a:lnTo>
                  <a:lnTo>
                    <a:pt x="72" y="0"/>
                  </a:lnTo>
                  <a:lnTo>
                    <a:pt x="66" y="18"/>
                  </a:lnTo>
                  <a:lnTo>
                    <a:pt x="60" y="36"/>
                  </a:lnTo>
                  <a:lnTo>
                    <a:pt x="54" y="48"/>
                  </a:lnTo>
                  <a:lnTo>
                    <a:pt x="54" y="60"/>
                  </a:lnTo>
                  <a:lnTo>
                    <a:pt x="42" y="90"/>
                  </a:lnTo>
                  <a:lnTo>
                    <a:pt x="36" y="120"/>
                  </a:lnTo>
                  <a:lnTo>
                    <a:pt x="30" y="138"/>
                  </a:lnTo>
                  <a:lnTo>
                    <a:pt x="30" y="150"/>
                  </a:lnTo>
                  <a:lnTo>
                    <a:pt x="30" y="162"/>
                  </a:lnTo>
                  <a:lnTo>
                    <a:pt x="30" y="168"/>
                  </a:lnTo>
                  <a:lnTo>
                    <a:pt x="36" y="174"/>
                  </a:lnTo>
                  <a:lnTo>
                    <a:pt x="42" y="180"/>
                  </a:lnTo>
                  <a:lnTo>
                    <a:pt x="54" y="174"/>
                  </a:lnTo>
                  <a:lnTo>
                    <a:pt x="60" y="174"/>
                  </a:lnTo>
                  <a:lnTo>
                    <a:pt x="66" y="162"/>
                  </a:lnTo>
                  <a:lnTo>
                    <a:pt x="72" y="156"/>
                  </a:lnTo>
                  <a:lnTo>
                    <a:pt x="78" y="150"/>
                  </a:lnTo>
                  <a:lnTo>
                    <a:pt x="78" y="144"/>
                  </a:lnTo>
                  <a:lnTo>
                    <a:pt x="78" y="138"/>
                  </a:lnTo>
                  <a:lnTo>
                    <a:pt x="84" y="132"/>
                  </a:lnTo>
                  <a:lnTo>
                    <a:pt x="84" y="138"/>
                  </a:lnTo>
                  <a:lnTo>
                    <a:pt x="84" y="144"/>
                  </a:lnTo>
                  <a:lnTo>
                    <a:pt x="84" y="150"/>
                  </a:lnTo>
                  <a:lnTo>
                    <a:pt x="84" y="156"/>
                  </a:lnTo>
                  <a:lnTo>
                    <a:pt x="84" y="162"/>
                  </a:lnTo>
                  <a:lnTo>
                    <a:pt x="78" y="168"/>
                  </a:lnTo>
                  <a:lnTo>
                    <a:pt x="78" y="174"/>
                  </a:lnTo>
                  <a:lnTo>
                    <a:pt x="78" y="180"/>
                  </a:lnTo>
                  <a:lnTo>
                    <a:pt x="72" y="192"/>
                  </a:lnTo>
                  <a:lnTo>
                    <a:pt x="60" y="204"/>
                  </a:lnTo>
                  <a:lnTo>
                    <a:pt x="48" y="216"/>
                  </a:lnTo>
                  <a:lnTo>
                    <a:pt x="36" y="216"/>
                  </a:lnTo>
                  <a:lnTo>
                    <a:pt x="42" y="216"/>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6" name="Freeform 19"/>
            <p:cNvSpPr>
              <a:spLocks/>
            </p:cNvSpPr>
            <p:nvPr/>
          </p:nvSpPr>
          <p:spPr bwMode="auto">
            <a:xfrm>
              <a:off x="4324700" y="2403834"/>
              <a:ext cx="352338" cy="371233"/>
            </a:xfrm>
            <a:custGeom>
              <a:avLst/>
              <a:gdLst>
                <a:gd name="T0" fmla="*/ 192 w 192"/>
                <a:gd name="T1" fmla="*/ 30 h 192"/>
                <a:gd name="T2" fmla="*/ 192 w 192"/>
                <a:gd name="T3" fmla="*/ 72 h 192"/>
                <a:gd name="T4" fmla="*/ 180 w 192"/>
                <a:gd name="T5" fmla="*/ 72 h 192"/>
                <a:gd name="T6" fmla="*/ 174 w 192"/>
                <a:gd name="T7" fmla="*/ 66 h 192"/>
                <a:gd name="T8" fmla="*/ 168 w 192"/>
                <a:gd name="T9" fmla="*/ 60 h 192"/>
                <a:gd name="T10" fmla="*/ 168 w 192"/>
                <a:gd name="T11" fmla="*/ 54 h 192"/>
                <a:gd name="T12" fmla="*/ 162 w 192"/>
                <a:gd name="T13" fmla="*/ 54 h 192"/>
                <a:gd name="T14" fmla="*/ 156 w 192"/>
                <a:gd name="T15" fmla="*/ 54 h 192"/>
                <a:gd name="T16" fmla="*/ 150 w 192"/>
                <a:gd name="T17" fmla="*/ 54 h 192"/>
                <a:gd name="T18" fmla="*/ 150 w 192"/>
                <a:gd name="T19" fmla="*/ 60 h 192"/>
                <a:gd name="T20" fmla="*/ 144 w 192"/>
                <a:gd name="T21" fmla="*/ 66 h 192"/>
                <a:gd name="T22" fmla="*/ 138 w 192"/>
                <a:gd name="T23" fmla="*/ 78 h 192"/>
                <a:gd name="T24" fmla="*/ 132 w 192"/>
                <a:gd name="T25" fmla="*/ 90 h 192"/>
                <a:gd name="T26" fmla="*/ 126 w 192"/>
                <a:gd name="T27" fmla="*/ 114 h 192"/>
                <a:gd name="T28" fmla="*/ 114 w 192"/>
                <a:gd name="T29" fmla="*/ 150 h 192"/>
                <a:gd name="T30" fmla="*/ 108 w 192"/>
                <a:gd name="T31" fmla="*/ 192 h 192"/>
                <a:gd name="T32" fmla="*/ 96 w 192"/>
                <a:gd name="T33" fmla="*/ 192 h 192"/>
                <a:gd name="T34" fmla="*/ 90 w 192"/>
                <a:gd name="T35" fmla="*/ 174 h 192"/>
                <a:gd name="T36" fmla="*/ 90 w 192"/>
                <a:gd name="T37" fmla="*/ 156 h 192"/>
                <a:gd name="T38" fmla="*/ 84 w 192"/>
                <a:gd name="T39" fmla="*/ 138 h 192"/>
                <a:gd name="T40" fmla="*/ 78 w 192"/>
                <a:gd name="T41" fmla="*/ 132 h 192"/>
                <a:gd name="T42" fmla="*/ 72 w 192"/>
                <a:gd name="T43" fmla="*/ 120 h 192"/>
                <a:gd name="T44" fmla="*/ 66 w 192"/>
                <a:gd name="T45" fmla="*/ 114 h 192"/>
                <a:gd name="T46" fmla="*/ 60 w 192"/>
                <a:gd name="T47" fmla="*/ 108 h 192"/>
                <a:gd name="T48" fmla="*/ 54 w 192"/>
                <a:gd name="T49" fmla="*/ 108 h 192"/>
                <a:gd name="T50" fmla="*/ 48 w 192"/>
                <a:gd name="T51" fmla="*/ 108 h 192"/>
                <a:gd name="T52" fmla="*/ 36 w 192"/>
                <a:gd name="T53" fmla="*/ 108 h 192"/>
                <a:gd name="T54" fmla="*/ 30 w 192"/>
                <a:gd name="T55" fmla="*/ 108 h 192"/>
                <a:gd name="T56" fmla="*/ 18 w 192"/>
                <a:gd name="T57" fmla="*/ 102 h 192"/>
                <a:gd name="T58" fmla="*/ 12 w 192"/>
                <a:gd name="T59" fmla="*/ 102 h 192"/>
                <a:gd name="T60" fmla="*/ 6 w 192"/>
                <a:gd name="T61" fmla="*/ 90 h 192"/>
                <a:gd name="T62" fmla="*/ 0 w 192"/>
                <a:gd name="T63" fmla="*/ 84 h 192"/>
                <a:gd name="T64" fmla="*/ 0 w 192"/>
                <a:gd name="T65" fmla="*/ 72 h 192"/>
                <a:gd name="T66" fmla="*/ 0 w 192"/>
                <a:gd name="T67" fmla="*/ 54 h 192"/>
                <a:gd name="T68" fmla="*/ 6 w 192"/>
                <a:gd name="T69" fmla="*/ 48 h 192"/>
                <a:gd name="T70" fmla="*/ 12 w 192"/>
                <a:gd name="T71" fmla="*/ 42 h 192"/>
                <a:gd name="T72" fmla="*/ 24 w 192"/>
                <a:gd name="T73" fmla="*/ 36 h 192"/>
                <a:gd name="T74" fmla="*/ 42 w 192"/>
                <a:gd name="T75" fmla="*/ 42 h 192"/>
                <a:gd name="T76" fmla="*/ 54 w 192"/>
                <a:gd name="T77" fmla="*/ 54 h 192"/>
                <a:gd name="T78" fmla="*/ 72 w 192"/>
                <a:gd name="T79" fmla="*/ 66 h 192"/>
                <a:gd name="T80" fmla="*/ 84 w 192"/>
                <a:gd name="T81" fmla="*/ 90 h 192"/>
                <a:gd name="T82" fmla="*/ 90 w 192"/>
                <a:gd name="T83" fmla="*/ 108 h 192"/>
                <a:gd name="T84" fmla="*/ 96 w 192"/>
                <a:gd name="T85" fmla="*/ 120 h 192"/>
                <a:gd name="T86" fmla="*/ 102 w 192"/>
                <a:gd name="T87" fmla="*/ 132 h 192"/>
                <a:gd name="T88" fmla="*/ 102 w 192"/>
                <a:gd name="T89" fmla="*/ 138 h 192"/>
                <a:gd name="T90" fmla="*/ 108 w 192"/>
                <a:gd name="T91" fmla="*/ 114 h 192"/>
                <a:gd name="T92" fmla="*/ 114 w 192"/>
                <a:gd name="T93" fmla="*/ 90 h 192"/>
                <a:gd name="T94" fmla="*/ 120 w 192"/>
                <a:gd name="T95" fmla="*/ 72 h 192"/>
                <a:gd name="T96" fmla="*/ 120 w 192"/>
                <a:gd name="T97" fmla="*/ 66 h 192"/>
                <a:gd name="T98" fmla="*/ 132 w 192"/>
                <a:gd name="T99" fmla="*/ 36 h 192"/>
                <a:gd name="T100" fmla="*/ 144 w 192"/>
                <a:gd name="T101" fmla="*/ 18 h 192"/>
                <a:gd name="T102" fmla="*/ 156 w 192"/>
                <a:gd name="T103" fmla="*/ 6 h 192"/>
                <a:gd name="T104" fmla="*/ 162 w 192"/>
                <a:gd name="T105" fmla="*/ 0 h 192"/>
                <a:gd name="T106" fmla="*/ 168 w 192"/>
                <a:gd name="T107" fmla="*/ 6 h 192"/>
                <a:gd name="T108" fmla="*/ 180 w 192"/>
                <a:gd name="T109" fmla="*/ 12 h 192"/>
                <a:gd name="T110" fmla="*/ 186 w 192"/>
                <a:gd name="T111" fmla="*/ 18 h 192"/>
                <a:gd name="T112" fmla="*/ 192 w 192"/>
                <a:gd name="T113" fmla="*/ 30 h 1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2"/>
                <a:gd name="T172" fmla="*/ 0 h 192"/>
                <a:gd name="T173" fmla="*/ 192 w 192"/>
                <a:gd name="T174" fmla="*/ 192 h 19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2" h="192">
                  <a:moveTo>
                    <a:pt x="192" y="30"/>
                  </a:moveTo>
                  <a:lnTo>
                    <a:pt x="192" y="72"/>
                  </a:lnTo>
                  <a:lnTo>
                    <a:pt x="180" y="72"/>
                  </a:lnTo>
                  <a:lnTo>
                    <a:pt x="174" y="66"/>
                  </a:lnTo>
                  <a:lnTo>
                    <a:pt x="168" y="60"/>
                  </a:lnTo>
                  <a:lnTo>
                    <a:pt x="168" y="54"/>
                  </a:lnTo>
                  <a:lnTo>
                    <a:pt x="162" y="54"/>
                  </a:lnTo>
                  <a:lnTo>
                    <a:pt x="156" y="54"/>
                  </a:lnTo>
                  <a:lnTo>
                    <a:pt x="150" y="54"/>
                  </a:lnTo>
                  <a:lnTo>
                    <a:pt x="150" y="60"/>
                  </a:lnTo>
                  <a:lnTo>
                    <a:pt x="144" y="66"/>
                  </a:lnTo>
                  <a:lnTo>
                    <a:pt x="138" y="78"/>
                  </a:lnTo>
                  <a:lnTo>
                    <a:pt x="132" y="90"/>
                  </a:lnTo>
                  <a:lnTo>
                    <a:pt x="126" y="114"/>
                  </a:lnTo>
                  <a:lnTo>
                    <a:pt x="114" y="150"/>
                  </a:lnTo>
                  <a:lnTo>
                    <a:pt x="108" y="192"/>
                  </a:lnTo>
                  <a:lnTo>
                    <a:pt x="96" y="192"/>
                  </a:lnTo>
                  <a:lnTo>
                    <a:pt x="90" y="174"/>
                  </a:lnTo>
                  <a:lnTo>
                    <a:pt x="90" y="156"/>
                  </a:lnTo>
                  <a:lnTo>
                    <a:pt x="84" y="138"/>
                  </a:lnTo>
                  <a:lnTo>
                    <a:pt x="78" y="132"/>
                  </a:lnTo>
                  <a:lnTo>
                    <a:pt x="72" y="120"/>
                  </a:lnTo>
                  <a:lnTo>
                    <a:pt x="66" y="114"/>
                  </a:lnTo>
                  <a:lnTo>
                    <a:pt x="60" y="108"/>
                  </a:lnTo>
                  <a:lnTo>
                    <a:pt x="54" y="108"/>
                  </a:lnTo>
                  <a:lnTo>
                    <a:pt x="48" y="108"/>
                  </a:lnTo>
                  <a:lnTo>
                    <a:pt x="36" y="108"/>
                  </a:lnTo>
                  <a:lnTo>
                    <a:pt x="30" y="108"/>
                  </a:lnTo>
                  <a:lnTo>
                    <a:pt x="18" y="102"/>
                  </a:lnTo>
                  <a:lnTo>
                    <a:pt x="12" y="102"/>
                  </a:lnTo>
                  <a:lnTo>
                    <a:pt x="6" y="90"/>
                  </a:lnTo>
                  <a:lnTo>
                    <a:pt x="0" y="84"/>
                  </a:lnTo>
                  <a:lnTo>
                    <a:pt x="0" y="72"/>
                  </a:lnTo>
                  <a:lnTo>
                    <a:pt x="0" y="54"/>
                  </a:lnTo>
                  <a:lnTo>
                    <a:pt x="6" y="48"/>
                  </a:lnTo>
                  <a:lnTo>
                    <a:pt x="12" y="42"/>
                  </a:lnTo>
                  <a:lnTo>
                    <a:pt x="24" y="36"/>
                  </a:lnTo>
                  <a:lnTo>
                    <a:pt x="42" y="42"/>
                  </a:lnTo>
                  <a:lnTo>
                    <a:pt x="54" y="54"/>
                  </a:lnTo>
                  <a:lnTo>
                    <a:pt x="72" y="66"/>
                  </a:lnTo>
                  <a:lnTo>
                    <a:pt x="84" y="90"/>
                  </a:lnTo>
                  <a:lnTo>
                    <a:pt x="90" y="108"/>
                  </a:lnTo>
                  <a:lnTo>
                    <a:pt x="96" y="120"/>
                  </a:lnTo>
                  <a:lnTo>
                    <a:pt x="102" y="132"/>
                  </a:lnTo>
                  <a:lnTo>
                    <a:pt x="102" y="138"/>
                  </a:lnTo>
                  <a:lnTo>
                    <a:pt x="108" y="114"/>
                  </a:lnTo>
                  <a:lnTo>
                    <a:pt x="114" y="90"/>
                  </a:lnTo>
                  <a:lnTo>
                    <a:pt x="120" y="72"/>
                  </a:lnTo>
                  <a:lnTo>
                    <a:pt x="120" y="66"/>
                  </a:lnTo>
                  <a:lnTo>
                    <a:pt x="132" y="36"/>
                  </a:lnTo>
                  <a:lnTo>
                    <a:pt x="144" y="18"/>
                  </a:lnTo>
                  <a:lnTo>
                    <a:pt x="156" y="6"/>
                  </a:lnTo>
                  <a:lnTo>
                    <a:pt x="162" y="0"/>
                  </a:lnTo>
                  <a:lnTo>
                    <a:pt x="168" y="6"/>
                  </a:lnTo>
                  <a:lnTo>
                    <a:pt x="180" y="12"/>
                  </a:lnTo>
                  <a:lnTo>
                    <a:pt x="186" y="18"/>
                  </a:lnTo>
                  <a:lnTo>
                    <a:pt x="192" y="3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7" name="Freeform 20"/>
            <p:cNvSpPr>
              <a:spLocks/>
            </p:cNvSpPr>
            <p:nvPr/>
          </p:nvSpPr>
          <p:spPr bwMode="auto">
            <a:xfrm>
              <a:off x="4655016" y="3517534"/>
              <a:ext cx="209200" cy="208819"/>
            </a:xfrm>
            <a:custGeom>
              <a:avLst/>
              <a:gdLst>
                <a:gd name="T0" fmla="*/ 114 w 114"/>
                <a:gd name="T1" fmla="*/ 72 h 108"/>
                <a:gd name="T2" fmla="*/ 108 w 114"/>
                <a:gd name="T3" fmla="*/ 90 h 108"/>
                <a:gd name="T4" fmla="*/ 96 w 114"/>
                <a:gd name="T5" fmla="*/ 96 h 108"/>
                <a:gd name="T6" fmla="*/ 84 w 114"/>
                <a:gd name="T7" fmla="*/ 102 h 108"/>
                <a:gd name="T8" fmla="*/ 72 w 114"/>
                <a:gd name="T9" fmla="*/ 96 h 108"/>
                <a:gd name="T10" fmla="*/ 66 w 114"/>
                <a:gd name="T11" fmla="*/ 84 h 108"/>
                <a:gd name="T12" fmla="*/ 54 w 114"/>
                <a:gd name="T13" fmla="*/ 90 h 108"/>
                <a:gd name="T14" fmla="*/ 42 w 114"/>
                <a:gd name="T15" fmla="*/ 102 h 108"/>
                <a:gd name="T16" fmla="*/ 24 w 114"/>
                <a:gd name="T17" fmla="*/ 108 h 108"/>
                <a:gd name="T18" fmla="*/ 18 w 114"/>
                <a:gd name="T19" fmla="*/ 102 h 108"/>
                <a:gd name="T20" fmla="*/ 12 w 114"/>
                <a:gd name="T21" fmla="*/ 90 h 108"/>
                <a:gd name="T22" fmla="*/ 12 w 114"/>
                <a:gd name="T23" fmla="*/ 72 h 108"/>
                <a:gd name="T24" fmla="*/ 12 w 114"/>
                <a:gd name="T25" fmla="*/ 36 h 108"/>
                <a:gd name="T26" fmla="*/ 0 w 114"/>
                <a:gd name="T27" fmla="*/ 42 h 108"/>
                <a:gd name="T28" fmla="*/ 24 w 114"/>
                <a:gd name="T29" fmla="*/ 36 h 108"/>
                <a:gd name="T30" fmla="*/ 24 w 114"/>
                <a:gd name="T31" fmla="*/ 54 h 108"/>
                <a:gd name="T32" fmla="*/ 24 w 114"/>
                <a:gd name="T33" fmla="*/ 72 h 108"/>
                <a:gd name="T34" fmla="*/ 30 w 114"/>
                <a:gd name="T35" fmla="*/ 78 h 108"/>
                <a:gd name="T36" fmla="*/ 36 w 114"/>
                <a:gd name="T37" fmla="*/ 84 h 108"/>
                <a:gd name="T38" fmla="*/ 54 w 114"/>
                <a:gd name="T39" fmla="*/ 78 h 108"/>
                <a:gd name="T40" fmla="*/ 60 w 114"/>
                <a:gd name="T41" fmla="*/ 60 h 108"/>
                <a:gd name="T42" fmla="*/ 54 w 114"/>
                <a:gd name="T43" fmla="*/ 18 h 108"/>
                <a:gd name="T44" fmla="*/ 54 w 114"/>
                <a:gd name="T45" fmla="*/ 6 h 108"/>
                <a:gd name="T46" fmla="*/ 60 w 114"/>
                <a:gd name="T47" fmla="*/ 0 h 108"/>
                <a:gd name="T48" fmla="*/ 66 w 114"/>
                <a:gd name="T49" fmla="*/ 12 h 108"/>
                <a:gd name="T50" fmla="*/ 66 w 114"/>
                <a:gd name="T51" fmla="*/ 24 h 108"/>
                <a:gd name="T52" fmla="*/ 72 w 114"/>
                <a:gd name="T53" fmla="*/ 36 h 108"/>
                <a:gd name="T54" fmla="*/ 72 w 114"/>
                <a:gd name="T55" fmla="*/ 48 h 108"/>
                <a:gd name="T56" fmla="*/ 78 w 114"/>
                <a:gd name="T57" fmla="*/ 60 h 108"/>
                <a:gd name="T58" fmla="*/ 84 w 114"/>
                <a:gd name="T59" fmla="*/ 72 h 108"/>
                <a:gd name="T60" fmla="*/ 96 w 114"/>
                <a:gd name="T61" fmla="*/ 66 h 108"/>
                <a:gd name="T62" fmla="*/ 96 w 114"/>
                <a:gd name="T63" fmla="*/ 54 h 108"/>
                <a:gd name="T64" fmla="*/ 90 w 114"/>
                <a:gd name="T65" fmla="*/ 36 h 108"/>
                <a:gd name="T66" fmla="*/ 96 w 114"/>
                <a:gd name="T67" fmla="*/ 0 h 108"/>
                <a:gd name="T68" fmla="*/ 108 w 114"/>
                <a:gd name="T69" fmla="*/ 36 h 108"/>
                <a:gd name="T70" fmla="*/ 114 w 114"/>
                <a:gd name="T71" fmla="*/ 54 h 108"/>
                <a:gd name="T72" fmla="*/ 114 w 114"/>
                <a:gd name="T73" fmla="*/ 60 h 10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4"/>
                <a:gd name="T112" fmla="*/ 0 h 108"/>
                <a:gd name="T113" fmla="*/ 114 w 114"/>
                <a:gd name="T114" fmla="*/ 108 h 10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4" h="108">
                  <a:moveTo>
                    <a:pt x="114" y="60"/>
                  </a:moveTo>
                  <a:lnTo>
                    <a:pt x="114" y="72"/>
                  </a:lnTo>
                  <a:lnTo>
                    <a:pt x="108" y="84"/>
                  </a:lnTo>
                  <a:lnTo>
                    <a:pt x="108" y="90"/>
                  </a:lnTo>
                  <a:lnTo>
                    <a:pt x="102" y="96"/>
                  </a:lnTo>
                  <a:lnTo>
                    <a:pt x="96" y="96"/>
                  </a:lnTo>
                  <a:lnTo>
                    <a:pt x="90" y="96"/>
                  </a:lnTo>
                  <a:lnTo>
                    <a:pt x="84" y="102"/>
                  </a:lnTo>
                  <a:lnTo>
                    <a:pt x="78" y="96"/>
                  </a:lnTo>
                  <a:lnTo>
                    <a:pt x="72" y="96"/>
                  </a:lnTo>
                  <a:lnTo>
                    <a:pt x="66" y="90"/>
                  </a:lnTo>
                  <a:lnTo>
                    <a:pt x="66" y="84"/>
                  </a:lnTo>
                  <a:lnTo>
                    <a:pt x="60" y="78"/>
                  </a:lnTo>
                  <a:lnTo>
                    <a:pt x="54" y="90"/>
                  </a:lnTo>
                  <a:lnTo>
                    <a:pt x="48" y="102"/>
                  </a:lnTo>
                  <a:lnTo>
                    <a:pt x="42" y="102"/>
                  </a:lnTo>
                  <a:lnTo>
                    <a:pt x="36" y="108"/>
                  </a:lnTo>
                  <a:lnTo>
                    <a:pt x="24" y="108"/>
                  </a:lnTo>
                  <a:lnTo>
                    <a:pt x="24" y="102"/>
                  </a:lnTo>
                  <a:lnTo>
                    <a:pt x="18" y="102"/>
                  </a:lnTo>
                  <a:lnTo>
                    <a:pt x="18" y="96"/>
                  </a:lnTo>
                  <a:lnTo>
                    <a:pt x="12" y="90"/>
                  </a:lnTo>
                  <a:lnTo>
                    <a:pt x="12" y="78"/>
                  </a:lnTo>
                  <a:lnTo>
                    <a:pt x="12" y="72"/>
                  </a:lnTo>
                  <a:lnTo>
                    <a:pt x="12" y="60"/>
                  </a:lnTo>
                  <a:lnTo>
                    <a:pt x="12" y="36"/>
                  </a:lnTo>
                  <a:lnTo>
                    <a:pt x="0" y="48"/>
                  </a:lnTo>
                  <a:lnTo>
                    <a:pt x="0" y="42"/>
                  </a:lnTo>
                  <a:lnTo>
                    <a:pt x="24" y="12"/>
                  </a:lnTo>
                  <a:lnTo>
                    <a:pt x="24" y="36"/>
                  </a:lnTo>
                  <a:lnTo>
                    <a:pt x="24" y="48"/>
                  </a:lnTo>
                  <a:lnTo>
                    <a:pt x="24" y="54"/>
                  </a:lnTo>
                  <a:lnTo>
                    <a:pt x="24" y="66"/>
                  </a:lnTo>
                  <a:lnTo>
                    <a:pt x="24" y="72"/>
                  </a:lnTo>
                  <a:lnTo>
                    <a:pt x="30" y="72"/>
                  </a:lnTo>
                  <a:lnTo>
                    <a:pt x="30" y="78"/>
                  </a:lnTo>
                  <a:lnTo>
                    <a:pt x="36" y="78"/>
                  </a:lnTo>
                  <a:lnTo>
                    <a:pt x="36" y="84"/>
                  </a:lnTo>
                  <a:lnTo>
                    <a:pt x="48" y="78"/>
                  </a:lnTo>
                  <a:lnTo>
                    <a:pt x="54" y="78"/>
                  </a:lnTo>
                  <a:lnTo>
                    <a:pt x="54" y="66"/>
                  </a:lnTo>
                  <a:lnTo>
                    <a:pt x="60" y="60"/>
                  </a:lnTo>
                  <a:lnTo>
                    <a:pt x="54" y="42"/>
                  </a:lnTo>
                  <a:lnTo>
                    <a:pt x="54" y="18"/>
                  </a:lnTo>
                  <a:lnTo>
                    <a:pt x="54" y="12"/>
                  </a:lnTo>
                  <a:lnTo>
                    <a:pt x="54" y="6"/>
                  </a:lnTo>
                  <a:lnTo>
                    <a:pt x="60" y="6"/>
                  </a:lnTo>
                  <a:lnTo>
                    <a:pt x="60" y="0"/>
                  </a:lnTo>
                  <a:lnTo>
                    <a:pt x="60" y="6"/>
                  </a:lnTo>
                  <a:lnTo>
                    <a:pt x="66" y="12"/>
                  </a:lnTo>
                  <a:lnTo>
                    <a:pt x="66" y="18"/>
                  </a:lnTo>
                  <a:lnTo>
                    <a:pt x="66" y="24"/>
                  </a:lnTo>
                  <a:lnTo>
                    <a:pt x="72" y="30"/>
                  </a:lnTo>
                  <a:lnTo>
                    <a:pt x="72" y="36"/>
                  </a:lnTo>
                  <a:lnTo>
                    <a:pt x="72" y="42"/>
                  </a:lnTo>
                  <a:lnTo>
                    <a:pt x="72" y="48"/>
                  </a:lnTo>
                  <a:lnTo>
                    <a:pt x="72" y="54"/>
                  </a:lnTo>
                  <a:lnTo>
                    <a:pt x="78" y="60"/>
                  </a:lnTo>
                  <a:lnTo>
                    <a:pt x="78" y="66"/>
                  </a:lnTo>
                  <a:lnTo>
                    <a:pt x="84" y="72"/>
                  </a:lnTo>
                  <a:lnTo>
                    <a:pt x="90" y="72"/>
                  </a:lnTo>
                  <a:lnTo>
                    <a:pt x="96" y="66"/>
                  </a:lnTo>
                  <a:lnTo>
                    <a:pt x="96" y="60"/>
                  </a:lnTo>
                  <a:lnTo>
                    <a:pt x="96" y="54"/>
                  </a:lnTo>
                  <a:lnTo>
                    <a:pt x="96" y="48"/>
                  </a:lnTo>
                  <a:lnTo>
                    <a:pt x="90" y="36"/>
                  </a:lnTo>
                  <a:lnTo>
                    <a:pt x="84" y="18"/>
                  </a:lnTo>
                  <a:lnTo>
                    <a:pt x="96" y="0"/>
                  </a:lnTo>
                  <a:lnTo>
                    <a:pt x="102" y="24"/>
                  </a:lnTo>
                  <a:lnTo>
                    <a:pt x="108" y="36"/>
                  </a:lnTo>
                  <a:lnTo>
                    <a:pt x="108" y="42"/>
                  </a:lnTo>
                  <a:lnTo>
                    <a:pt x="114" y="54"/>
                  </a:lnTo>
                  <a:lnTo>
                    <a:pt x="114" y="66"/>
                  </a:lnTo>
                  <a:lnTo>
                    <a:pt x="114" y="6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8" name="Freeform 21"/>
            <p:cNvSpPr>
              <a:spLocks/>
            </p:cNvSpPr>
            <p:nvPr/>
          </p:nvSpPr>
          <p:spPr bwMode="auto">
            <a:xfrm>
              <a:off x="4214594" y="3389923"/>
              <a:ext cx="682654" cy="324829"/>
            </a:xfrm>
            <a:custGeom>
              <a:avLst/>
              <a:gdLst>
                <a:gd name="T0" fmla="*/ 372 w 372"/>
                <a:gd name="T1" fmla="*/ 0 h 168"/>
                <a:gd name="T2" fmla="*/ 354 w 372"/>
                <a:gd name="T3" fmla="*/ 36 h 168"/>
                <a:gd name="T4" fmla="*/ 0 w 372"/>
                <a:gd name="T5" fmla="*/ 168 h 168"/>
                <a:gd name="T6" fmla="*/ 42 w 372"/>
                <a:gd name="T7" fmla="*/ 132 h 168"/>
                <a:gd name="T8" fmla="*/ 372 w 372"/>
                <a:gd name="T9" fmla="*/ 0 h 168"/>
                <a:gd name="T10" fmla="*/ 0 60000 65536"/>
                <a:gd name="T11" fmla="*/ 0 60000 65536"/>
                <a:gd name="T12" fmla="*/ 0 60000 65536"/>
                <a:gd name="T13" fmla="*/ 0 60000 65536"/>
                <a:gd name="T14" fmla="*/ 0 60000 65536"/>
                <a:gd name="T15" fmla="*/ 0 w 372"/>
                <a:gd name="T16" fmla="*/ 0 h 168"/>
                <a:gd name="T17" fmla="*/ 372 w 372"/>
                <a:gd name="T18" fmla="*/ 168 h 168"/>
              </a:gdLst>
              <a:ahLst/>
              <a:cxnLst>
                <a:cxn ang="T10">
                  <a:pos x="T0" y="T1"/>
                </a:cxn>
                <a:cxn ang="T11">
                  <a:pos x="T2" y="T3"/>
                </a:cxn>
                <a:cxn ang="T12">
                  <a:pos x="T4" y="T5"/>
                </a:cxn>
                <a:cxn ang="T13">
                  <a:pos x="T6" y="T7"/>
                </a:cxn>
                <a:cxn ang="T14">
                  <a:pos x="T8" y="T9"/>
                </a:cxn>
              </a:cxnLst>
              <a:rect l="T15" t="T16" r="T17" b="T18"/>
              <a:pathLst>
                <a:path w="372" h="168">
                  <a:moveTo>
                    <a:pt x="372" y="0"/>
                  </a:moveTo>
                  <a:lnTo>
                    <a:pt x="354" y="36"/>
                  </a:lnTo>
                  <a:lnTo>
                    <a:pt x="0" y="168"/>
                  </a:lnTo>
                  <a:lnTo>
                    <a:pt x="42" y="132"/>
                  </a:lnTo>
                  <a:lnTo>
                    <a:pt x="372" y="0"/>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19" name="Freeform 22"/>
            <p:cNvSpPr>
              <a:spLocks/>
            </p:cNvSpPr>
            <p:nvPr/>
          </p:nvSpPr>
          <p:spPr bwMode="auto">
            <a:xfrm>
              <a:off x="2937370" y="2508244"/>
              <a:ext cx="341327" cy="893280"/>
            </a:xfrm>
            <a:custGeom>
              <a:avLst/>
              <a:gdLst>
                <a:gd name="T0" fmla="*/ 174 w 186"/>
                <a:gd name="T1" fmla="*/ 66 h 462"/>
                <a:gd name="T2" fmla="*/ 168 w 186"/>
                <a:gd name="T3" fmla="*/ 60 h 462"/>
                <a:gd name="T4" fmla="*/ 162 w 186"/>
                <a:gd name="T5" fmla="*/ 54 h 462"/>
                <a:gd name="T6" fmla="*/ 150 w 186"/>
                <a:gd name="T7" fmla="*/ 48 h 462"/>
                <a:gd name="T8" fmla="*/ 138 w 186"/>
                <a:gd name="T9" fmla="*/ 54 h 462"/>
                <a:gd name="T10" fmla="*/ 126 w 186"/>
                <a:gd name="T11" fmla="*/ 84 h 462"/>
                <a:gd name="T12" fmla="*/ 108 w 186"/>
                <a:gd name="T13" fmla="*/ 138 h 462"/>
                <a:gd name="T14" fmla="*/ 108 w 186"/>
                <a:gd name="T15" fmla="*/ 180 h 462"/>
                <a:gd name="T16" fmla="*/ 126 w 186"/>
                <a:gd name="T17" fmla="*/ 192 h 462"/>
                <a:gd name="T18" fmla="*/ 138 w 186"/>
                <a:gd name="T19" fmla="*/ 210 h 462"/>
                <a:gd name="T20" fmla="*/ 144 w 186"/>
                <a:gd name="T21" fmla="*/ 216 h 462"/>
                <a:gd name="T22" fmla="*/ 138 w 186"/>
                <a:gd name="T23" fmla="*/ 246 h 462"/>
                <a:gd name="T24" fmla="*/ 114 w 186"/>
                <a:gd name="T25" fmla="*/ 246 h 462"/>
                <a:gd name="T26" fmla="*/ 96 w 186"/>
                <a:gd name="T27" fmla="*/ 252 h 462"/>
                <a:gd name="T28" fmla="*/ 66 w 186"/>
                <a:gd name="T29" fmla="*/ 264 h 462"/>
                <a:gd name="T30" fmla="*/ 54 w 186"/>
                <a:gd name="T31" fmla="*/ 288 h 462"/>
                <a:gd name="T32" fmla="*/ 60 w 186"/>
                <a:gd name="T33" fmla="*/ 300 h 462"/>
                <a:gd name="T34" fmla="*/ 60 w 186"/>
                <a:gd name="T35" fmla="*/ 312 h 462"/>
                <a:gd name="T36" fmla="*/ 72 w 186"/>
                <a:gd name="T37" fmla="*/ 366 h 462"/>
                <a:gd name="T38" fmla="*/ 78 w 186"/>
                <a:gd name="T39" fmla="*/ 414 h 462"/>
                <a:gd name="T40" fmla="*/ 72 w 186"/>
                <a:gd name="T41" fmla="*/ 438 h 462"/>
                <a:gd name="T42" fmla="*/ 66 w 186"/>
                <a:gd name="T43" fmla="*/ 462 h 462"/>
                <a:gd name="T44" fmla="*/ 60 w 186"/>
                <a:gd name="T45" fmla="*/ 414 h 462"/>
                <a:gd name="T46" fmla="*/ 48 w 186"/>
                <a:gd name="T47" fmla="*/ 348 h 462"/>
                <a:gd name="T48" fmla="*/ 42 w 186"/>
                <a:gd name="T49" fmla="*/ 312 h 462"/>
                <a:gd name="T50" fmla="*/ 36 w 186"/>
                <a:gd name="T51" fmla="*/ 288 h 462"/>
                <a:gd name="T52" fmla="*/ 42 w 186"/>
                <a:gd name="T53" fmla="*/ 258 h 462"/>
                <a:gd name="T54" fmla="*/ 60 w 186"/>
                <a:gd name="T55" fmla="*/ 240 h 462"/>
                <a:gd name="T56" fmla="*/ 90 w 186"/>
                <a:gd name="T57" fmla="*/ 228 h 462"/>
                <a:gd name="T58" fmla="*/ 108 w 186"/>
                <a:gd name="T59" fmla="*/ 216 h 462"/>
                <a:gd name="T60" fmla="*/ 96 w 186"/>
                <a:gd name="T61" fmla="*/ 216 h 462"/>
                <a:gd name="T62" fmla="*/ 90 w 186"/>
                <a:gd name="T63" fmla="*/ 210 h 462"/>
                <a:gd name="T64" fmla="*/ 78 w 186"/>
                <a:gd name="T65" fmla="*/ 210 h 462"/>
                <a:gd name="T66" fmla="*/ 66 w 186"/>
                <a:gd name="T67" fmla="*/ 222 h 462"/>
                <a:gd name="T68" fmla="*/ 60 w 186"/>
                <a:gd name="T69" fmla="*/ 204 h 462"/>
                <a:gd name="T70" fmla="*/ 78 w 186"/>
                <a:gd name="T71" fmla="*/ 186 h 462"/>
                <a:gd name="T72" fmla="*/ 90 w 186"/>
                <a:gd name="T73" fmla="*/ 174 h 462"/>
                <a:gd name="T74" fmla="*/ 66 w 186"/>
                <a:gd name="T75" fmla="*/ 120 h 462"/>
                <a:gd name="T76" fmla="*/ 48 w 186"/>
                <a:gd name="T77" fmla="*/ 102 h 462"/>
                <a:gd name="T78" fmla="*/ 36 w 186"/>
                <a:gd name="T79" fmla="*/ 108 h 462"/>
                <a:gd name="T80" fmla="*/ 24 w 186"/>
                <a:gd name="T81" fmla="*/ 108 h 462"/>
                <a:gd name="T82" fmla="*/ 12 w 186"/>
                <a:gd name="T83" fmla="*/ 102 h 462"/>
                <a:gd name="T84" fmla="*/ 6 w 186"/>
                <a:gd name="T85" fmla="*/ 84 h 462"/>
                <a:gd name="T86" fmla="*/ 0 w 186"/>
                <a:gd name="T87" fmla="*/ 66 h 462"/>
                <a:gd name="T88" fmla="*/ 6 w 186"/>
                <a:gd name="T89" fmla="*/ 54 h 462"/>
                <a:gd name="T90" fmla="*/ 12 w 186"/>
                <a:gd name="T91" fmla="*/ 42 h 462"/>
                <a:gd name="T92" fmla="*/ 30 w 186"/>
                <a:gd name="T93" fmla="*/ 42 h 462"/>
                <a:gd name="T94" fmla="*/ 60 w 186"/>
                <a:gd name="T95" fmla="*/ 54 h 462"/>
                <a:gd name="T96" fmla="*/ 78 w 186"/>
                <a:gd name="T97" fmla="*/ 96 h 462"/>
                <a:gd name="T98" fmla="*/ 90 w 186"/>
                <a:gd name="T99" fmla="*/ 126 h 462"/>
                <a:gd name="T100" fmla="*/ 102 w 186"/>
                <a:gd name="T101" fmla="*/ 156 h 462"/>
                <a:gd name="T102" fmla="*/ 108 w 186"/>
                <a:gd name="T103" fmla="*/ 90 h 462"/>
                <a:gd name="T104" fmla="*/ 120 w 186"/>
                <a:gd name="T105" fmla="*/ 42 h 462"/>
                <a:gd name="T106" fmla="*/ 138 w 186"/>
                <a:gd name="T107" fmla="*/ 12 h 462"/>
                <a:gd name="T108" fmla="*/ 156 w 186"/>
                <a:gd name="T109" fmla="*/ 0 h 462"/>
                <a:gd name="T110" fmla="*/ 168 w 186"/>
                <a:gd name="T111" fmla="*/ 0 h 462"/>
                <a:gd name="T112" fmla="*/ 180 w 186"/>
                <a:gd name="T113" fmla="*/ 12 h 462"/>
                <a:gd name="T114" fmla="*/ 180 w 186"/>
                <a:gd name="T115" fmla="*/ 24 h 462"/>
                <a:gd name="T116" fmla="*/ 186 w 186"/>
                <a:gd name="T117" fmla="*/ 42 h 462"/>
                <a:gd name="T118" fmla="*/ 186 w 186"/>
                <a:gd name="T119" fmla="*/ 54 h 462"/>
                <a:gd name="T120" fmla="*/ 180 w 186"/>
                <a:gd name="T121" fmla="*/ 66 h 4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
                <a:gd name="T184" fmla="*/ 0 h 462"/>
                <a:gd name="T185" fmla="*/ 186 w 186"/>
                <a:gd name="T186" fmla="*/ 462 h 46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 h="462">
                  <a:moveTo>
                    <a:pt x="180" y="66"/>
                  </a:moveTo>
                  <a:lnTo>
                    <a:pt x="174" y="66"/>
                  </a:lnTo>
                  <a:lnTo>
                    <a:pt x="168" y="66"/>
                  </a:lnTo>
                  <a:lnTo>
                    <a:pt x="168" y="60"/>
                  </a:lnTo>
                  <a:lnTo>
                    <a:pt x="168" y="54"/>
                  </a:lnTo>
                  <a:lnTo>
                    <a:pt x="162" y="54"/>
                  </a:lnTo>
                  <a:lnTo>
                    <a:pt x="156" y="48"/>
                  </a:lnTo>
                  <a:lnTo>
                    <a:pt x="150" y="48"/>
                  </a:lnTo>
                  <a:lnTo>
                    <a:pt x="144" y="48"/>
                  </a:lnTo>
                  <a:lnTo>
                    <a:pt x="138" y="54"/>
                  </a:lnTo>
                  <a:lnTo>
                    <a:pt x="132" y="66"/>
                  </a:lnTo>
                  <a:lnTo>
                    <a:pt x="126" y="84"/>
                  </a:lnTo>
                  <a:lnTo>
                    <a:pt x="120" y="108"/>
                  </a:lnTo>
                  <a:lnTo>
                    <a:pt x="108" y="138"/>
                  </a:lnTo>
                  <a:lnTo>
                    <a:pt x="102" y="174"/>
                  </a:lnTo>
                  <a:lnTo>
                    <a:pt x="108" y="180"/>
                  </a:lnTo>
                  <a:lnTo>
                    <a:pt x="120" y="186"/>
                  </a:lnTo>
                  <a:lnTo>
                    <a:pt x="126" y="192"/>
                  </a:lnTo>
                  <a:lnTo>
                    <a:pt x="138" y="204"/>
                  </a:lnTo>
                  <a:lnTo>
                    <a:pt x="138" y="210"/>
                  </a:lnTo>
                  <a:lnTo>
                    <a:pt x="144" y="210"/>
                  </a:lnTo>
                  <a:lnTo>
                    <a:pt x="144" y="216"/>
                  </a:lnTo>
                  <a:lnTo>
                    <a:pt x="150" y="216"/>
                  </a:lnTo>
                  <a:lnTo>
                    <a:pt x="138" y="246"/>
                  </a:lnTo>
                  <a:lnTo>
                    <a:pt x="126" y="246"/>
                  </a:lnTo>
                  <a:lnTo>
                    <a:pt x="114" y="246"/>
                  </a:lnTo>
                  <a:lnTo>
                    <a:pt x="108" y="252"/>
                  </a:lnTo>
                  <a:lnTo>
                    <a:pt x="96" y="252"/>
                  </a:lnTo>
                  <a:lnTo>
                    <a:pt x="78" y="258"/>
                  </a:lnTo>
                  <a:lnTo>
                    <a:pt x="66" y="264"/>
                  </a:lnTo>
                  <a:lnTo>
                    <a:pt x="60" y="276"/>
                  </a:lnTo>
                  <a:lnTo>
                    <a:pt x="54" y="288"/>
                  </a:lnTo>
                  <a:lnTo>
                    <a:pt x="54" y="294"/>
                  </a:lnTo>
                  <a:lnTo>
                    <a:pt x="60" y="300"/>
                  </a:lnTo>
                  <a:lnTo>
                    <a:pt x="60" y="306"/>
                  </a:lnTo>
                  <a:lnTo>
                    <a:pt x="60" y="312"/>
                  </a:lnTo>
                  <a:lnTo>
                    <a:pt x="66" y="342"/>
                  </a:lnTo>
                  <a:lnTo>
                    <a:pt x="72" y="366"/>
                  </a:lnTo>
                  <a:lnTo>
                    <a:pt x="72" y="390"/>
                  </a:lnTo>
                  <a:lnTo>
                    <a:pt x="78" y="414"/>
                  </a:lnTo>
                  <a:lnTo>
                    <a:pt x="78" y="426"/>
                  </a:lnTo>
                  <a:lnTo>
                    <a:pt x="72" y="438"/>
                  </a:lnTo>
                  <a:lnTo>
                    <a:pt x="72" y="450"/>
                  </a:lnTo>
                  <a:lnTo>
                    <a:pt x="66" y="462"/>
                  </a:lnTo>
                  <a:lnTo>
                    <a:pt x="66" y="444"/>
                  </a:lnTo>
                  <a:lnTo>
                    <a:pt x="60" y="414"/>
                  </a:lnTo>
                  <a:lnTo>
                    <a:pt x="54" y="384"/>
                  </a:lnTo>
                  <a:lnTo>
                    <a:pt x="48" y="348"/>
                  </a:lnTo>
                  <a:lnTo>
                    <a:pt x="42" y="324"/>
                  </a:lnTo>
                  <a:lnTo>
                    <a:pt x="42" y="312"/>
                  </a:lnTo>
                  <a:lnTo>
                    <a:pt x="36" y="300"/>
                  </a:lnTo>
                  <a:lnTo>
                    <a:pt x="36" y="288"/>
                  </a:lnTo>
                  <a:lnTo>
                    <a:pt x="42" y="270"/>
                  </a:lnTo>
                  <a:lnTo>
                    <a:pt x="42" y="258"/>
                  </a:lnTo>
                  <a:lnTo>
                    <a:pt x="54" y="246"/>
                  </a:lnTo>
                  <a:lnTo>
                    <a:pt x="60" y="240"/>
                  </a:lnTo>
                  <a:lnTo>
                    <a:pt x="78" y="234"/>
                  </a:lnTo>
                  <a:lnTo>
                    <a:pt x="90" y="228"/>
                  </a:lnTo>
                  <a:lnTo>
                    <a:pt x="102" y="222"/>
                  </a:lnTo>
                  <a:lnTo>
                    <a:pt x="108" y="216"/>
                  </a:lnTo>
                  <a:lnTo>
                    <a:pt x="102" y="216"/>
                  </a:lnTo>
                  <a:lnTo>
                    <a:pt x="96" y="216"/>
                  </a:lnTo>
                  <a:lnTo>
                    <a:pt x="96" y="210"/>
                  </a:lnTo>
                  <a:lnTo>
                    <a:pt x="90" y="210"/>
                  </a:lnTo>
                  <a:lnTo>
                    <a:pt x="84" y="210"/>
                  </a:lnTo>
                  <a:lnTo>
                    <a:pt x="78" y="210"/>
                  </a:lnTo>
                  <a:lnTo>
                    <a:pt x="72" y="216"/>
                  </a:lnTo>
                  <a:lnTo>
                    <a:pt x="66" y="222"/>
                  </a:lnTo>
                  <a:lnTo>
                    <a:pt x="60" y="228"/>
                  </a:lnTo>
                  <a:lnTo>
                    <a:pt x="60" y="204"/>
                  </a:lnTo>
                  <a:lnTo>
                    <a:pt x="66" y="192"/>
                  </a:lnTo>
                  <a:lnTo>
                    <a:pt x="78" y="186"/>
                  </a:lnTo>
                  <a:lnTo>
                    <a:pt x="84" y="180"/>
                  </a:lnTo>
                  <a:lnTo>
                    <a:pt x="90" y="174"/>
                  </a:lnTo>
                  <a:lnTo>
                    <a:pt x="78" y="144"/>
                  </a:lnTo>
                  <a:lnTo>
                    <a:pt x="66" y="120"/>
                  </a:lnTo>
                  <a:lnTo>
                    <a:pt x="54" y="108"/>
                  </a:lnTo>
                  <a:lnTo>
                    <a:pt x="48" y="102"/>
                  </a:lnTo>
                  <a:lnTo>
                    <a:pt x="42" y="102"/>
                  </a:lnTo>
                  <a:lnTo>
                    <a:pt x="36" y="108"/>
                  </a:lnTo>
                  <a:lnTo>
                    <a:pt x="30" y="108"/>
                  </a:lnTo>
                  <a:lnTo>
                    <a:pt x="24" y="108"/>
                  </a:lnTo>
                  <a:lnTo>
                    <a:pt x="18" y="108"/>
                  </a:lnTo>
                  <a:lnTo>
                    <a:pt x="12" y="102"/>
                  </a:lnTo>
                  <a:lnTo>
                    <a:pt x="6" y="96"/>
                  </a:lnTo>
                  <a:lnTo>
                    <a:pt x="6" y="84"/>
                  </a:lnTo>
                  <a:lnTo>
                    <a:pt x="0" y="72"/>
                  </a:lnTo>
                  <a:lnTo>
                    <a:pt x="0" y="66"/>
                  </a:lnTo>
                  <a:lnTo>
                    <a:pt x="6" y="60"/>
                  </a:lnTo>
                  <a:lnTo>
                    <a:pt x="6" y="54"/>
                  </a:lnTo>
                  <a:lnTo>
                    <a:pt x="12" y="48"/>
                  </a:lnTo>
                  <a:lnTo>
                    <a:pt x="12" y="42"/>
                  </a:lnTo>
                  <a:lnTo>
                    <a:pt x="24" y="42"/>
                  </a:lnTo>
                  <a:lnTo>
                    <a:pt x="30" y="42"/>
                  </a:lnTo>
                  <a:lnTo>
                    <a:pt x="42" y="42"/>
                  </a:lnTo>
                  <a:lnTo>
                    <a:pt x="60" y="54"/>
                  </a:lnTo>
                  <a:lnTo>
                    <a:pt x="72" y="72"/>
                  </a:lnTo>
                  <a:lnTo>
                    <a:pt x="78" y="96"/>
                  </a:lnTo>
                  <a:lnTo>
                    <a:pt x="84" y="114"/>
                  </a:lnTo>
                  <a:lnTo>
                    <a:pt x="90" y="126"/>
                  </a:lnTo>
                  <a:lnTo>
                    <a:pt x="96" y="138"/>
                  </a:lnTo>
                  <a:lnTo>
                    <a:pt x="102" y="156"/>
                  </a:lnTo>
                  <a:lnTo>
                    <a:pt x="102" y="120"/>
                  </a:lnTo>
                  <a:lnTo>
                    <a:pt x="108" y="90"/>
                  </a:lnTo>
                  <a:lnTo>
                    <a:pt x="114" y="66"/>
                  </a:lnTo>
                  <a:lnTo>
                    <a:pt x="120" y="42"/>
                  </a:lnTo>
                  <a:lnTo>
                    <a:pt x="132" y="24"/>
                  </a:lnTo>
                  <a:lnTo>
                    <a:pt x="138" y="12"/>
                  </a:lnTo>
                  <a:lnTo>
                    <a:pt x="150" y="0"/>
                  </a:lnTo>
                  <a:lnTo>
                    <a:pt x="156" y="0"/>
                  </a:lnTo>
                  <a:lnTo>
                    <a:pt x="162" y="0"/>
                  </a:lnTo>
                  <a:lnTo>
                    <a:pt x="168" y="0"/>
                  </a:lnTo>
                  <a:lnTo>
                    <a:pt x="174" y="6"/>
                  </a:lnTo>
                  <a:lnTo>
                    <a:pt x="180" y="12"/>
                  </a:lnTo>
                  <a:lnTo>
                    <a:pt x="180" y="18"/>
                  </a:lnTo>
                  <a:lnTo>
                    <a:pt x="180" y="24"/>
                  </a:lnTo>
                  <a:lnTo>
                    <a:pt x="186" y="36"/>
                  </a:lnTo>
                  <a:lnTo>
                    <a:pt x="186" y="42"/>
                  </a:lnTo>
                  <a:lnTo>
                    <a:pt x="186" y="48"/>
                  </a:lnTo>
                  <a:lnTo>
                    <a:pt x="186" y="54"/>
                  </a:lnTo>
                  <a:lnTo>
                    <a:pt x="180" y="60"/>
                  </a:lnTo>
                  <a:lnTo>
                    <a:pt x="180" y="66"/>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20" name="Freeform 23"/>
            <p:cNvSpPr>
              <a:spLocks/>
            </p:cNvSpPr>
            <p:nvPr/>
          </p:nvSpPr>
          <p:spPr bwMode="auto">
            <a:xfrm>
              <a:off x="3796193" y="3656747"/>
              <a:ext cx="154148" cy="417638"/>
            </a:xfrm>
            <a:custGeom>
              <a:avLst/>
              <a:gdLst>
                <a:gd name="T0" fmla="*/ 84 w 84"/>
                <a:gd name="T1" fmla="*/ 126 h 216"/>
                <a:gd name="T2" fmla="*/ 84 w 84"/>
                <a:gd name="T3" fmla="*/ 132 h 216"/>
                <a:gd name="T4" fmla="*/ 84 w 84"/>
                <a:gd name="T5" fmla="*/ 144 h 216"/>
                <a:gd name="T6" fmla="*/ 84 w 84"/>
                <a:gd name="T7" fmla="*/ 150 h 216"/>
                <a:gd name="T8" fmla="*/ 78 w 84"/>
                <a:gd name="T9" fmla="*/ 150 h 216"/>
                <a:gd name="T10" fmla="*/ 78 w 84"/>
                <a:gd name="T11" fmla="*/ 156 h 216"/>
                <a:gd name="T12" fmla="*/ 78 w 84"/>
                <a:gd name="T13" fmla="*/ 162 h 216"/>
                <a:gd name="T14" fmla="*/ 78 w 84"/>
                <a:gd name="T15" fmla="*/ 174 h 216"/>
                <a:gd name="T16" fmla="*/ 78 w 84"/>
                <a:gd name="T17" fmla="*/ 180 h 216"/>
                <a:gd name="T18" fmla="*/ 72 w 84"/>
                <a:gd name="T19" fmla="*/ 186 h 216"/>
                <a:gd name="T20" fmla="*/ 72 w 84"/>
                <a:gd name="T21" fmla="*/ 192 h 216"/>
                <a:gd name="T22" fmla="*/ 66 w 84"/>
                <a:gd name="T23" fmla="*/ 198 h 216"/>
                <a:gd name="T24" fmla="*/ 60 w 84"/>
                <a:gd name="T25" fmla="*/ 204 h 216"/>
                <a:gd name="T26" fmla="*/ 54 w 84"/>
                <a:gd name="T27" fmla="*/ 210 h 216"/>
                <a:gd name="T28" fmla="*/ 48 w 84"/>
                <a:gd name="T29" fmla="*/ 216 h 216"/>
                <a:gd name="T30" fmla="*/ 36 w 84"/>
                <a:gd name="T31" fmla="*/ 216 h 216"/>
                <a:gd name="T32" fmla="*/ 24 w 84"/>
                <a:gd name="T33" fmla="*/ 210 h 216"/>
                <a:gd name="T34" fmla="*/ 12 w 84"/>
                <a:gd name="T35" fmla="*/ 198 h 216"/>
                <a:gd name="T36" fmla="*/ 0 w 84"/>
                <a:gd name="T37" fmla="*/ 186 h 216"/>
                <a:gd name="T38" fmla="*/ 0 w 84"/>
                <a:gd name="T39" fmla="*/ 162 h 216"/>
                <a:gd name="T40" fmla="*/ 0 w 84"/>
                <a:gd name="T41" fmla="*/ 144 h 216"/>
                <a:gd name="T42" fmla="*/ 6 w 84"/>
                <a:gd name="T43" fmla="*/ 132 h 216"/>
                <a:gd name="T44" fmla="*/ 18 w 84"/>
                <a:gd name="T45" fmla="*/ 108 h 216"/>
                <a:gd name="T46" fmla="*/ 30 w 84"/>
                <a:gd name="T47" fmla="*/ 84 h 216"/>
                <a:gd name="T48" fmla="*/ 42 w 84"/>
                <a:gd name="T49" fmla="*/ 54 h 216"/>
                <a:gd name="T50" fmla="*/ 54 w 84"/>
                <a:gd name="T51" fmla="*/ 30 h 216"/>
                <a:gd name="T52" fmla="*/ 60 w 84"/>
                <a:gd name="T53" fmla="*/ 12 h 216"/>
                <a:gd name="T54" fmla="*/ 72 w 84"/>
                <a:gd name="T55" fmla="*/ 0 h 216"/>
                <a:gd name="T56" fmla="*/ 66 w 84"/>
                <a:gd name="T57" fmla="*/ 18 h 216"/>
                <a:gd name="T58" fmla="*/ 60 w 84"/>
                <a:gd name="T59" fmla="*/ 36 h 216"/>
                <a:gd name="T60" fmla="*/ 54 w 84"/>
                <a:gd name="T61" fmla="*/ 48 h 216"/>
                <a:gd name="T62" fmla="*/ 48 w 84"/>
                <a:gd name="T63" fmla="*/ 60 h 216"/>
                <a:gd name="T64" fmla="*/ 36 w 84"/>
                <a:gd name="T65" fmla="*/ 90 h 216"/>
                <a:gd name="T66" fmla="*/ 30 w 84"/>
                <a:gd name="T67" fmla="*/ 114 h 216"/>
                <a:gd name="T68" fmla="*/ 24 w 84"/>
                <a:gd name="T69" fmla="*/ 132 h 216"/>
                <a:gd name="T70" fmla="*/ 24 w 84"/>
                <a:gd name="T71" fmla="*/ 150 h 216"/>
                <a:gd name="T72" fmla="*/ 24 w 84"/>
                <a:gd name="T73" fmla="*/ 162 h 216"/>
                <a:gd name="T74" fmla="*/ 30 w 84"/>
                <a:gd name="T75" fmla="*/ 168 h 216"/>
                <a:gd name="T76" fmla="*/ 36 w 84"/>
                <a:gd name="T77" fmla="*/ 174 h 216"/>
                <a:gd name="T78" fmla="*/ 42 w 84"/>
                <a:gd name="T79" fmla="*/ 180 h 216"/>
                <a:gd name="T80" fmla="*/ 48 w 84"/>
                <a:gd name="T81" fmla="*/ 174 h 216"/>
                <a:gd name="T82" fmla="*/ 60 w 84"/>
                <a:gd name="T83" fmla="*/ 174 h 216"/>
                <a:gd name="T84" fmla="*/ 66 w 84"/>
                <a:gd name="T85" fmla="*/ 162 h 216"/>
                <a:gd name="T86" fmla="*/ 72 w 84"/>
                <a:gd name="T87" fmla="*/ 156 h 216"/>
                <a:gd name="T88" fmla="*/ 72 w 84"/>
                <a:gd name="T89" fmla="*/ 150 h 216"/>
                <a:gd name="T90" fmla="*/ 78 w 84"/>
                <a:gd name="T91" fmla="*/ 144 h 216"/>
                <a:gd name="T92" fmla="*/ 78 w 84"/>
                <a:gd name="T93" fmla="*/ 138 h 216"/>
                <a:gd name="T94" fmla="*/ 84 w 84"/>
                <a:gd name="T95" fmla="*/ 126 h 2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4"/>
                <a:gd name="T145" fmla="*/ 0 h 216"/>
                <a:gd name="T146" fmla="*/ 84 w 84"/>
                <a:gd name="T147" fmla="*/ 216 h 21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4" h="216">
                  <a:moveTo>
                    <a:pt x="84" y="126"/>
                  </a:moveTo>
                  <a:lnTo>
                    <a:pt x="84" y="132"/>
                  </a:lnTo>
                  <a:lnTo>
                    <a:pt x="84" y="144"/>
                  </a:lnTo>
                  <a:lnTo>
                    <a:pt x="84" y="150"/>
                  </a:lnTo>
                  <a:lnTo>
                    <a:pt x="78" y="150"/>
                  </a:lnTo>
                  <a:lnTo>
                    <a:pt x="78" y="156"/>
                  </a:lnTo>
                  <a:lnTo>
                    <a:pt x="78" y="162"/>
                  </a:lnTo>
                  <a:lnTo>
                    <a:pt x="78" y="174"/>
                  </a:lnTo>
                  <a:lnTo>
                    <a:pt x="78" y="180"/>
                  </a:lnTo>
                  <a:lnTo>
                    <a:pt x="72" y="186"/>
                  </a:lnTo>
                  <a:lnTo>
                    <a:pt x="72" y="192"/>
                  </a:lnTo>
                  <a:lnTo>
                    <a:pt x="66" y="198"/>
                  </a:lnTo>
                  <a:lnTo>
                    <a:pt x="60" y="204"/>
                  </a:lnTo>
                  <a:lnTo>
                    <a:pt x="54" y="210"/>
                  </a:lnTo>
                  <a:lnTo>
                    <a:pt x="48" y="216"/>
                  </a:lnTo>
                  <a:lnTo>
                    <a:pt x="36" y="216"/>
                  </a:lnTo>
                  <a:lnTo>
                    <a:pt x="24" y="210"/>
                  </a:lnTo>
                  <a:lnTo>
                    <a:pt x="12" y="198"/>
                  </a:lnTo>
                  <a:lnTo>
                    <a:pt x="0" y="186"/>
                  </a:lnTo>
                  <a:lnTo>
                    <a:pt x="0" y="162"/>
                  </a:lnTo>
                  <a:lnTo>
                    <a:pt x="0" y="144"/>
                  </a:lnTo>
                  <a:lnTo>
                    <a:pt x="6" y="132"/>
                  </a:lnTo>
                  <a:lnTo>
                    <a:pt x="18" y="108"/>
                  </a:lnTo>
                  <a:lnTo>
                    <a:pt x="30" y="84"/>
                  </a:lnTo>
                  <a:lnTo>
                    <a:pt x="42" y="54"/>
                  </a:lnTo>
                  <a:lnTo>
                    <a:pt x="54" y="30"/>
                  </a:lnTo>
                  <a:lnTo>
                    <a:pt x="60" y="12"/>
                  </a:lnTo>
                  <a:lnTo>
                    <a:pt x="72" y="0"/>
                  </a:lnTo>
                  <a:lnTo>
                    <a:pt x="66" y="18"/>
                  </a:lnTo>
                  <a:lnTo>
                    <a:pt x="60" y="36"/>
                  </a:lnTo>
                  <a:lnTo>
                    <a:pt x="54" y="48"/>
                  </a:lnTo>
                  <a:lnTo>
                    <a:pt x="48" y="60"/>
                  </a:lnTo>
                  <a:lnTo>
                    <a:pt x="36" y="90"/>
                  </a:lnTo>
                  <a:lnTo>
                    <a:pt x="30" y="114"/>
                  </a:lnTo>
                  <a:lnTo>
                    <a:pt x="24" y="132"/>
                  </a:lnTo>
                  <a:lnTo>
                    <a:pt x="24" y="150"/>
                  </a:lnTo>
                  <a:lnTo>
                    <a:pt x="24" y="162"/>
                  </a:lnTo>
                  <a:lnTo>
                    <a:pt x="30" y="168"/>
                  </a:lnTo>
                  <a:lnTo>
                    <a:pt x="36" y="174"/>
                  </a:lnTo>
                  <a:lnTo>
                    <a:pt x="42" y="180"/>
                  </a:lnTo>
                  <a:lnTo>
                    <a:pt x="48" y="174"/>
                  </a:lnTo>
                  <a:lnTo>
                    <a:pt x="60" y="174"/>
                  </a:lnTo>
                  <a:lnTo>
                    <a:pt x="66" y="162"/>
                  </a:lnTo>
                  <a:lnTo>
                    <a:pt x="72" y="156"/>
                  </a:lnTo>
                  <a:lnTo>
                    <a:pt x="72" y="150"/>
                  </a:lnTo>
                  <a:lnTo>
                    <a:pt x="78" y="144"/>
                  </a:lnTo>
                  <a:lnTo>
                    <a:pt x="78" y="138"/>
                  </a:lnTo>
                  <a:lnTo>
                    <a:pt x="84" y="126"/>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sp>
          <p:nvSpPr>
            <p:cNvPr id="21" name="Freeform 25"/>
            <p:cNvSpPr>
              <a:spLocks/>
            </p:cNvSpPr>
            <p:nvPr/>
          </p:nvSpPr>
          <p:spPr bwMode="auto">
            <a:xfrm>
              <a:off x="3575982" y="4422416"/>
              <a:ext cx="187179" cy="197218"/>
            </a:xfrm>
            <a:custGeom>
              <a:avLst/>
              <a:gdLst>
                <a:gd name="T0" fmla="*/ 102 w 102"/>
                <a:gd name="T1" fmla="*/ 54 h 102"/>
                <a:gd name="T2" fmla="*/ 54 w 102"/>
                <a:gd name="T3" fmla="*/ 102 h 102"/>
                <a:gd name="T4" fmla="*/ 0 w 102"/>
                <a:gd name="T5" fmla="*/ 48 h 102"/>
                <a:gd name="T6" fmla="*/ 48 w 102"/>
                <a:gd name="T7" fmla="*/ 0 h 102"/>
                <a:gd name="T8" fmla="*/ 102 w 102"/>
                <a:gd name="T9" fmla="*/ 54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102" y="54"/>
                  </a:moveTo>
                  <a:lnTo>
                    <a:pt x="54" y="102"/>
                  </a:lnTo>
                  <a:lnTo>
                    <a:pt x="0" y="48"/>
                  </a:lnTo>
                  <a:lnTo>
                    <a:pt x="48" y="0"/>
                  </a:lnTo>
                  <a:lnTo>
                    <a:pt x="102" y="54"/>
                  </a:lnTo>
                </a:path>
              </a:pathLst>
            </a:custGeom>
            <a:solidFill>
              <a:srgbClr val="000066"/>
            </a:solidFill>
            <a:ln w="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a:defRPr/>
              </a:pPr>
              <a:endParaRPr lang="ar-SA"/>
            </a:p>
          </p:txBody>
        </p:sp>
      </p:grpSp>
      <p:sp>
        <p:nvSpPr>
          <p:cNvPr id="15363" name="Slide Number Placeholder 2"/>
          <p:cNvSpPr>
            <a:spLocks noGrp="1"/>
          </p:cNvSpPr>
          <p:nvPr>
            <p:ph type="sldNum" sz="quarter" idx="12"/>
          </p:nvPr>
        </p:nvSpPr>
        <p:spPr bwMode="auto">
          <a:xfrm>
            <a:off x="10128251" y="6408739"/>
            <a:ext cx="4429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a:t>
            </a:fld>
            <a:endParaRPr dirty="0"/>
          </a:p>
        </p:txBody>
      </p:sp>
      <p:sp>
        <p:nvSpPr>
          <p:cNvPr id="22" name="Rectangle 2"/>
          <p:cNvSpPr txBox="1">
            <a:spLocks noChangeArrowheads="1"/>
          </p:cNvSpPr>
          <p:nvPr/>
        </p:nvSpPr>
        <p:spPr>
          <a:xfrm>
            <a:off x="1196472" y="974275"/>
            <a:ext cx="9507543" cy="143511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dirty="0">
                <a:solidFill>
                  <a:schemeClr val="bg2">
                    <a:lumMod val="50000"/>
                  </a:schemeClr>
                </a:solidFill>
                <a:latin typeface="Bookman Old Style" panose="02050604050505020204" pitchFamily="18" charset="0"/>
              </a:rPr>
              <a:t>Welcome to the Guests of ALLAH</a:t>
            </a:r>
          </a:p>
        </p:txBody>
      </p:sp>
      <p:sp>
        <p:nvSpPr>
          <p:cNvPr id="25" name="Rectangle 1"/>
          <p:cNvSpPr>
            <a:spLocks noChangeArrowheads="1"/>
          </p:cNvSpPr>
          <p:nvPr/>
        </p:nvSpPr>
        <p:spPr bwMode="auto">
          <a:xfrm>
            <a:off x="1358953" y="5166309"/>
            <a:ext cx="9182582" cy="1446550"/>
          </a:xfrm>
          <a:prstGeom prst="rect">
            <a:avLst/>
          </a:prstGeom>
          <a:noFill/>
          <a:ln w="9525">
            <a:noFill/>
            <a:miter lim="800000"/>
            <a:headEnd/>
            <a:tailEnd/>
          </a:ln>
          <a:effectLst/>
          <a:scene3d>
            <a:camera prst="orthographicFront"/>
            <a:lightRig rig="threePt" dir="t"/>
          </a:scene3d>
          <a:sp3d>
            <a:bevelB prst="relaxedInset"/>
          </a:sp3d>
        </p:spPr>
        <p:txBody>
          <a:bodyPr vert="horz" wrap="square" lIns="91440" tIns="45720" rIns="91440" bIns="45720" numCol="1" anchor="ctr" anchorCtr="0" compatLnSpc="1">
            <a:prstTxWarp prst="textNoShape">
              <a:avLst/>
            </a:prstTxWarp>
            <a:spAutoFit/>
          </a:bodyPr>
          <a:lstStyle/>
          <a:p>
            <a:pPr lvl="0" algn="ctr" rtl="1"/>
            <a:r>
              <a:rPr lang="en-US" sz="4400" dirty="0">
                <a:solidFill>
                  <a:schemeClr val="bg2">
                    <a:lumMod val="50000"/>
                  </a:schemeClr>
                </a:solidFill>
                <a:latin typeface="Bookman Old Style" panose="02050604050505020204" pitchFamily="18" charset="0"/>
                <a:ea typeface="Calibri" pitchFamily="34" charset="0"/>
                <a:cs typeface="Simplified Arabic" pitchFamily="2" charset="-78"/>
              </a:rPr>
              <a:t>In the name of </a:t>
            </a:r>
            <a:r>
              <a:rPr lang="en-US" sz="4400" b="1" dirty="0">
                <a:solidFill>
                  <a:schemeClr val="bg2">
                    <a:lumMod val="50000"/>
                  </a:schemeClr>
                </a:solidFill>
                <a:latin typeface="Bookman Old Style" panose="02050604050505020204" pitchFamily="18" charset="0"/>
                <a:ea typeface="Calibri" pitchFamily="34" charset="0"/>
                <a:cs typeface="Simplified Arabic" pitchFamily="2" charset="-78"/>
              </a:rPr>
              <a:t>Allah</a:t>
            </a:r>
            <a:r>
              <a:rPr lang="en-US" sz="4400" dirty="0">
                <a:solidFill>
                  <a:schemeClr val="bg2">
                    <a:lumMod val="50000"/>
                  </a:schemeClr>
                </a:solidFill>
                <a:latin typeface="Bookman Old Style" panose="02050604050505020204" pitchFamily="18" charset="0"/>
                <a:ea typeface="Calibri" pitchFamily="34" charset="0"/>
                <a:cs typeface="Simplified Arabic" pitchFamily="2" charset="-78"/>
              </a:rPr>
              <a:t>,</a:t>
            </a:r>
          </a:p>
          <a:p>
            <a:pPr lvl="0" algn="ctr" rtl="1"/>
            <a:r>
              <a:rPr lang="en-US" sz="4400" dirty="0">
                <a:solidFill>
                  <a:schemeClr val="bg2">
                    <a:lumMod val="50000"/>
                  </a:schemeClr>
                </a:solidFill>
                <a:latin typeface="Bookman Old Style" panose="02050604050505020204" pitchFamily="18" charset="0"/>
                <a:ea typeface="Calibri" pitchFamily="34" charset="0"/>
                <a:cs typeface="Simplified Arabic" pitchFamily="2" charset="-78"/>
              </a:rPr>
              <a:t>the beneficent and the merciful</a:t>
            </a:r>
            <a:endParaRPr lang="ar-SA" sz="5400" dirty="0">
              <a:solidFill>
                <a:schemeClr val="bg2">
                  <a:lumMod val="50000"/>
                </a:schemeClr>
              </a:solidFill>
              <a:latin typeface="Bookman Old Style" panose="02050604050505020204" pitchFamily="18" charset="0"/>
              <a:cs typeface="Arial" pitchFamily="34" charset="0"/>
            </a:endParaRPr>
          </a:p>
        </p:txBody>
      </p:sp>
      <p:pic>
        <p:nvPicPr>
          <p:cNvPr id="1026" name="Picture 2">
            <a:extLst>
              <a:ext uri="{FF2B5EF4-FFF2-40B4-BE49-F238E27FC236}">
                <a16:creationId xmlns:a16="http://schemas.microsoft.com/office/drawing/2014/main" id="{CB3E0187-2894-286D-B1F8-924613748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9596" y="158448"/>
            <a:ext cx="1923136" cy="123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28544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ppt_w</p:attrName>
                                        </p:attrNameLst>
                                      </p:cBhvr>
                                      <p:tavLst>
                                        <p:tav tm="0">
                                          <p:val>
                                            <p:fltVal val="0"/>
                                          </p:val>
                                        </p:tav>
                                        <p:tav tm="100000">
                                          <p:val>
                                            <p:strVal val="#ppt_w"/>
                                          </p:val>
                                        </p:tav>
                                      </p:tavLst>
                                    </p:anim>
                                    <p:anim calcmode="lin" valueType="num">
                                      <p:cBhvr>
                                        <p:cTn id="8" dur="2000" fill="hold"/>
                                        <p:tgtEl>
                                          <p:spTgt spid="6"/>
                                        </p:tgtEl>
                                        <p:attrNameLst>
                                          <p:attrName>ppt_h</p:attrName>
                                        </p:attrNameLst>
                                      </p:cBhvr>
                                      <p:tavLst>
                                        <p:tav tm="0">
                                          <p:val>
                                            <p:fltVal val="0"/>
                                          </p:val>
                                        </p:tav>
                                        <p:tav tm="100000">
                                          <p:val>
                                            <p:strVal val="#ppt_h"/>
                                          </p:val>
                                        </p:tav>
                                      </p:tavLst>
                                    </p:anim>
                                    <p:anim calcmode="lin" valueType="num">
                                      <p:cBhvr>
                                        <p:cTn id="9" dur="2000" fill="hold"/>
                                        <p:tgtEl>
                                          <p:spTgt spid="6"/>
                                        </p:tgtEl>
                                        <p:attrNameLst>
                                          <p:attrName>ppt_x</p:attrName>
                                        </p:attrNameLst>
                                      </p:cBhvr>
                                      <p:tavLst>
                                        <p:tav tm="0">
                                          <p:val>
                                            <p:fltVal val="0.5"/>
                                          </p:val>
                                        </p:tav>
                                        <p:tav tm="100000">
                                          <p:val>
                                            <p:strVal val="#ppt_x"/>
                                          </p:val>
                                        </p:tav>
                                      </p:tavLst>
                                    </p:anim>
                                    <p:anim calcmode="lin" valueType="num">
                                      <p:cBhvr>
                                        <p:cTn id="10" dur="20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4E865105-1FF7-A8FB-BC13-F9D914EE6B8D}"/>
              </a:ext>
            </a:extLst>
          </p:cNvPr>
          <p:cNvSpPr txBox="1"/>
          <p:nvPr/>
        </p:nvSpPr>
        <p:spPr>
          <a:xfrm>
            <a:off x="643467" y="643468"/>
            <a:ext cx="5319317" cy="3967862"/>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400" kern="1200" dirty="0">
                <a:solidFill>
                  <a:schemeClr val="tx1"/>
                </a:solidFill>
                <a:latin typeface="Bookman Old Style" panose="02050604050505020204" pitchFamily="18" charset="0"/>
                <a:ea typeface="+mj-ea"/>
                <a:cs typeface="+mj-cs"/>
              </a:rPr>
              <a:t>HAJ </a:t>
            </a:r>
          </a:p>
          <a:p>
            <a:pPr algn="ctr">
              <a:lnSpc>
                <a:spcPct val="90000"/>
              </a:lnSpc>
              <a:spcBef>
                <a:spcPct val="0"/>
              </a:spcBef>
              <a:spcAft>
                <a:spcPts val="600"/>
              </a:spcAft>
            </a:pPr>
            <a:r>
              <a:rPr lang="en-US" sz="4400" kern="1200" dirty="0">
                <a:solidFill>
                  <a:schemeClr val="tx1"/>
                </a:solidFill>
                <a:latin typeface="Bookman Old Style" panose="02050604050505020204" pitchFamily="18" charset="0"/>
                <a:ea typeface="+mj-ea"/>
                <a:cs typeface="+mj-cs"/>
              </a:rPr>
              <a:t>2026G / 1447H</a:t>
            </a:r>
          </a:p>
          <a:p>
            <a:pPr algn="ctr">
              <a:lnSpc>
                <a:spcPct val="90000"/>
              </a:lnSpc>
              <a:spcBef>
                <a:spcPct val="0"/>
              </a:spcBef>
              <a:spcAft>
                <a:spcPts val="600"/>
              </a:spcAft>
            </a:pPr>
            <a:r>
              <a:rPr lang="en-US" sz="4400" kern="1200" dirty="0">
                <a:solidFill>
                  <a:schemeClr val="tx1"/>
                </a:solidFill>
                <a:latin typeface="Bookman Old Style" panose="02050604050505020204" pitchFamily="18" charset="0"/>
                <a:ea typeface="+mj-ea"/>
                <a:cs typeface="+mj-cs"/>
              </a:rPr>
              <a:t>Presented on 10/11 JAN 2026</a:t>
            </a:r>
          </a:p>
        </p:txBody>
      </p:sp>
      <p:pic>
        <p:nvPicPr>
          <p:cNvPr id="7" name="Picture 2">
            <a:extLst>
              <a:ext uri="{FF2B5EF4-FFF2-40B4-BE49-F238E27FC236}">
                <a16:creationId xmlns:a16="http://schemas.microsoft.com/office/drawing/2014/main" id="{10E6DA60-98C5-4CE9-4504-6E84BAA27BA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06253" y="1779514"/>
            <a:ext cx="4942280" cy="3298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698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4</a:t>
            </a:fld>
            <a:endParaRPr dirty="0"/>
          </a:p>
        </p:txBody>
      </p:sp>
      <p:sp>
        <p:nvSpPr>
          <p:cNvPr id="2" name="Rectangle 1"/>
          <p:cNvSpPr/>
          <p:nvPr/>
        </p:nvSpPr>
        <p:spPr>
          <a:xfrm>
            <a:off x="3272676" y="54858"/>
            <a:ext cx="4826962"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packing tips</a:t>
            </a:r>
            <a:endParaRPr lang="en-US" sz="3500" dirty="0">
              <a:solidFill>
                <a:schemeClr val="bg2">
                  <a:lumMod val="50000"/>
                </a:schemeClr>
              </a:solidFill>
              <a:latin typeface="Bookman Old Style" panose="02050604050505020204" pitchFamily="18" charset="0"/>
            </a:endParaRPr>
          </a:p>
        </p:txBody>
      </p:sp>
      <p:sp>
        <p:nvSpPr>
          <p:cNvPr id="10" name="Rectangle 9"/>
          <p:cNvSpPr/>
          <p:nvPr/>
        </p:nvSpPr>
        <p:spPr>
          <a:xfrm>
            <a:off x="953729" y="619859"/>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Check-in baggage</a:t>
            </a:r>
            <a:endParaRPr lang="en-US" sz="3500" dirty="0">
              <a:solidFill>
                <a:schemeClr val="bg2">
                  <a:lumMod val="50000"/>
                </a:schemeClr>
              </a:solidFill>
              <a:latin typeface="Bookman Old Style" panose="02050604050505020204" pitchFamily="18" charset="0"/>
            </a:endParaRPr>
          </a:p>
        </p:txBody>
      </p:sp>
      <p:sp>
        <p:nvSpPr>
          <p:cNvPr id="11" name="Rectangle 3"/>
          <p:cNvSpPr txBox="1">
            <a:spLocks noChangeArrowheads="1"/>
          </p:cNvSpPr>
          <p:nvPr/>
        </p:nvSpPr>
        <p:spPr bwMode="auto">
          <a:xfrm>
            <a:off x="543886" y="1438605"/>
            <a:ext cx="10284542" cy="519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kern="1200">
                <a:solidFill>
                  <a:srgbClr val="002060"/>
                </a:solidFill>
                <a:latin typeface="+mn-lt"/>
                <a:ea typeface="+mn-ea"/>
                <a:cs typeface="+mn-cs"/>
              </a:defRPr>
            </a:lvl1pPr>
            <a:lvl2pPr marL="742950" indent="-285750" algn="l" rtl="0" eaLnBrk="0" fontAlgn="base" hangingPunct="0">
              <a:spcBef>
                <a:spcPct val="20000"/>
              </a:spcBef>
              <a:spcAft>
                <a:spcPct val="0"/>
              </a:spcAft>
              <a:buFont typeface="Courier New" pitchFamily="49" charset="0"/>
              <a:buChar char="o"/>
              <a:defRPr sz="2800" kern="1200">
                <a:solidFill>
                  <a:srgbClr val="002060"/>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Hajis will be allowed 02 bags of maximum 20 kgs each.</a:t>
            </a: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Ensure that minimum requirements are carried out, as normally weights increase on return due purchases in Makkah / Madinah.</a:t>
            </a: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Carry Medication only for the duration of the Haj </a:t>
            </a:r>
            <a:r>
              <a:rPr lang="en-US" sz="2000" i="1" dirty="0">
                <a:solidFill>
                  <a:schemeClr val="tx1"/>
                </a:solidFill>
                <a:effectLst>
                  <a:outerShdw blurRad="38100" dist="38100" dir="2700000" algn="tl">
                    <a:srgbClr val="000000">
                      <a:alpha val="43137"/>
                    </a:srgbClr>
                  </a:outerShdw>
                </a:effectLst>
                <a:latin typeface="Bookman Old Style" panose="02050604050505020204" pitchFamily="18" charset="0"/>
              </a:rPr>
              <a:t>Yatra</a:t>
            </a: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 as any extra medicines would be carriage in commercial quantity and liable to customs regulations.</a:t>
            </a: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Foodstuff too should be enough, only for the duration of the journey.</a:t>
            </a: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Travel as light as possible</a:t>
            </a: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DO NOT CARRY ANY PARCELS / GIFTS RECEIVED FROM OTHERS.</a:t>
            </a:r>
          </a:p>
          <a:p>
            <a:pPr eaLnBrk="1" hangingPunct="1">
              <a:buFont typeface="Wingdings" pitchFamily="2" charset="2"/>
              <a:buChar char="Ø"/>
            </a:pPr>
            <a:r>
              <a:rPr lang="en-US" sz="2000" u="sng" dirty="0">
                <a:solidFill>
                  <a:schemeClr val="tx1"/>
                </a:solidFill>
                <a:effectLst>
                  <a:outerShdw blurRad="38100" dist="38100" dir="2700000" algn="tl">
                    <a:srgbClr val="000000">
                      <a:alpha val="43137"/>
                    </a:srgbClr>
                  </a:outerShdw>
                </a:effectLst>
                <a:latin typeface="Bookman Old Style" panose="02050604050505020204" pitchFamily="18" charset="0"/>
              </a:rPr>
              <a:t>Baggage should not be tied with ropes as KSA Authorities object to the same. If </a:t>
            </a:r>
            <a:r>
              <a:rPr lang="en-US" sz="2000" u="sng" dirty="0" err="1">
                <a:solidFill>
                  <a:schemeClr val="tx1"/>
                </a:solidFill>
                <a:effectLst>
                  <a:outerShdw blurRad="38100" dist="38100" dir="2700000" algn="tl">
                    <a:srgbClr val="000000">
                      <a:alpha val="43137"/>
                    </a:srgbClr>
                  </a:outerShdw>
                </a:effectLst>
                <a:latin typeface="Bookman Old Style" panose="02050604050505020204" pitchFamily="18" charset="0"/>
              </a:rPr>
              <a:t>baggages</a:t>
            </a:r>
            <a:r>
              <a:rPr lang="en-US" sz="2000" u="sng" dirty="0">
                <a:solidFill>
                  <a:schemeClr val="tx1"/>
                </a:solidFill>
                <a:effectLst>
                  <a:outerShdw blurRad="38100" dist="38100" dir="2700000" algn="tl">
                    <a:srgbClr val="000000">
                      <a:alpha val="43137"/>
                    </a:srgbClr>
                  </a:outerShdw>
                </a:effectLst>
                <a:latin typeface="Bookman Old Style" panose="02050604050505020204" pitchFamily="18" charset="0"/>
              </a:rPr>
              <a:t> are tied with ropes they need to be safe wrapped.</a:t>
            </a:r>
          </a:p>
          <a:p>
            <a:pPr eaLnBrk="1" hangingPunct="1">
              <a:buFont typeface="Wingdings" pitchFamily="2" charset="2"/>
              <a:buChar char="Ø"/>
            </a:pPr>
            <a:endParaRPr lang="en-US" sz="2000" dirty="0">
              <a:solidFill>
                <a:schemeClr val="tx1"/>
              </a:solidFill>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55B3DB24-EA19-6F27-CD87-A65C795C68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235875" y="54858"/>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45655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A261-B6E5-8481-6993-32FD5B80BE6B}"/>
            </a:ext>
          </a:extLst>
        </p:cNvPr>
        <p:cNvGrpSpPr/>
        <p:nvPr/>
      </p:nvGrpSpPr>
      <p:grpSpPr>
        <a:xfrm>
          <a:off x="0" y="0"/>
          <a:ext cx="0" cy="0"/>
          <a:chOff x="0" y="0"/>
          <a:chExt cx="0" cy="0"/>
        </a:xfrm>
      </p:grpSpPr>
      <p:sp>
        <p:nvSpPr>
          <p:cNvPr id="15363" name="Slide Number Placeholder 2">
            <a:extLst>
              <a:ext uri="{FF2B5EF4-FFF2-40B4-BE49-F238E27FC236}">
                <a16:creationId xmlns:a16="http://schemas.microsoft.com/office/drawing/2014/main" id="{13394E6A-24FF-494F-0723-62174425A830}"/>
              </a:ext>
            </a:extLst>
          </p:cNvPr>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5</a:t>
            </a:fld>
            <a:endParaRPr dirty="0"/>
          </a:p>
        </p:txBody>
      </p:sp>
      <p:sp>
        <p:nvSpPr>
          <p:cNvPr id="2" name="Rectangle 1">
            <a:extLst>
              <a:ext uri="{FF2B5EF4-FFF2-40B4-BE49-F238E27FC236}">
                <a16:creationId xmlns:a16="http://schemas.microsoft.com/office/drawing/2014/main" id="{41ED46A1-C2B7-5D30-6F95-F9C6073D469C}"/>
              </a:ext>
            </a:extLst>
          </p:cNvPr>
          <p:cNvSpPr/>
          <p:nvPr/>
        </p:nvSpPr>
        <p:spPr>
          <a:xfrm>
            <a:off x="3272676" y="54858"/>
            <a:ext cx="4826962"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packing tips</a:t>
            </a:r>
            <a:endParaRPr lang="en-US" sz="3500" dirty="0">
              <a:solidFill>
                <a:schemeClr val="bg2">
                  <a:lumMod val="50000"/>
                </a:schemeClr>
              </a:solidFill>
              <a:latin typeface="Bookman Old Style" panose="02050604050505020204" pitchFamily="18" charset="0"/>
            </a:endParaRPr>
          </a:p>
        </p:txBody>
      </p:sp>
      <p:sp>
        <p:nvSpPr>
          <p:cNvPr id="11" name="Rectangle 3">
            <a:extLst>
              <a:ext uri="{FF2B5EF4-FFF2-40B4-BE49-F238E27FC236}">
                <a16:creationId xmlns:a16="http://schemas.microsoft.com/office/drawing/2014/main" id="{5A2EE250-9979-CA3C-EBDE-6F541D01E8A4}"/>
              </a:ext>
            </a:extLst>
          </p:cNvPr>
          <p:cNvSpPr txBox="1">
            <a:spLocks noChangeArrowheads="1"/>
          </p:cNvSpPr>
          <p:nvPr/>
        </p:nvSpPr>
        <p:spPr bwMode="auto">
          <a:xfrm>
            <a:off x="383458" y="1901260"/>
            <a:ext cx="10284542" cy="519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kern="1200">
                <a:solidFill>
                  <a:srgbClr val="002060"/>
                </a:solidFill>
                <a:latin typeface="+mn-lt"/>
                <a:ea typeface="+mn-ea"/>
                <a:cs typeface="+mn-cs"/>
              </a:defRPr>
            </a:lvl1pPr>
            <a:lvl2pPr marL="742950" indent="-285750" algn="l" rtl="0" eaLnBrk="0" fontAlgn="base" hangingPunct="0">
              <a:spcBef>
                <a:spcPct val="20000"/>
              </a:spcBef>
              <a:spcAft>
                <a:spcPct val="0"/>
              </a:spcAft>
              <a:buFont typeface="Courier New" pitchFamily="49" charset="0"/>
              <a:buChar char="o"/>
              <a:defRPr sz="2800" kern="1200">
                <a:solidFill>
                  <a:srgbClr val="002060"/>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itchFamily="2" charset="2"/>
              <a:buChar char="Ø"/>
            </a:pPr>
            <a:endParaRPr lang="en-US" sz="2000" dirty="0">
              <a:solidFill>
                <a:schemeClr val="tx1"/>
              </a:solidFill>
              <a:effectLst>
                <a:outerShdw blurRad="38100" dist="38100" dir="2700000" algn="tl">
                  <a:srgbClr val="000000">
                    <a:alpha val="43137"/>
                  </a:srgbClr>
                </a:outerShdw>
              </a:effectLst>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Keep handbags light as they need to be carried by the pilgrim at every point. Carry an extra set of Xerox copies in accompanying guest baggage.</a:t>
            </a: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IN" sz="2000" dirty="0">
                <a:solidFill>
                  <a:srgbClr val="FF0000"/>
                </a:solidFill>
                <a:effectLst/>
                <a:latin typeface="Bookman Old Style" panose="02050604050505020204" pitchFamily="18" charset="0"/>
                <a:ea typeface="Calibri" panose="020F0502020204030204" pitchFamily="34" charset="0"/>
                <a:cs typeface="Calibri" panose="020F0502020204030204" pitchFamily="34" charset="0"/>
              </a:rPr>
              <a:t>Dimension of 56x45x25cm / 22x18x10in</a:t>
            </a: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 </a:t>
            </a: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Each pilgrim should carry his own baggage.</a:t>
            </a:r>
          </a:p>
          <a:p>
            <a:pPr marL="0" indent="0" eaLnBrk="1" hangingPunct="1">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r>
              <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rPr>
              <a:t>Count and pick up the handbags at every point.</a:t>
            </a:r>
          </a:p>
          <a:p>
            <a:pPr marL="0" lvl="0" indent="0" algn="just">
              <a:lnSpc>
                <a:spcPct val="115000"/>
              </a:lnSpc>
              <a:spcAft>
                <a:spcPts val="800"/>
              </a:spcAft>
              <a:buSzPts val="1000"/>
              <a:buNone/>
              <a:tabLst>
                <a:tab pos="4572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Aft>
                <a:spcPts val="1000"/>
              </a:spcAft>
              <a:buNone/>
            </a:pPr>
            <a:endParaRPr lang="en-US" sz="2000" dirty="0">
              <a:solidFill>
                <a:schemeClr val="tx1"/>
              </a:solidFill>
              <a:effectLst>
                <a:outerShdw blurRad="38100" dist="38100" dir="2700000" algn="tl">
                  <a:srgbClr val="000000">
                    <a:alpha val="43137"/>
                  </a:srgbClr>
                </a:outerShdw>
              </a:effectLst>
              <a:latin typeface="Bookman Old Style" panose="02050604050505020204" pitchFamily="18" charset="0"/>
            </a:endParaRPr>
          </a:p>
          <a:p>
            <a:pPr eaLnBrk="1" hangingPunct="1">
              <a:buFont typeface="Wingdings" pitchFamily="2" charset="2"/>
              <a:buChar char="Ø"/>
            </a:pPr>
            <a:endParaRPr lang="en-US" sz="2000" dirty="0">
              <a:solidFill>
                <a:schemeClr val="tx1"/>
              </a:solidFill>
              <a:effectLst>
                <a:outerShdw blurRad="38100" dist="38100" dir="2700000" algn="tl">
                  <a:srgbClr val="000000">
                    <a:alpha val="43137"/>
                  </a:srgbClr>
                </a:outerShdw>
              </a:effectLst>
            </a:endParaRPr>
          </a:p>
        </p:txBody>
      </p:sp>
      <p:sp>
        <p:nvSpPr>
          <p:cNvPr id="13" name="Rectangle 12">
            <a:extLst>
              <a:ext uri="{FF2B5EF4-FFF2-40B4-BE49-F238E27FC236}">
                <a16:creationId xmlns:a16="http://schemas.microsoft.com/office/drawing/2014/main" id="{99447AA4-C485-063A-2542-9A1D87818A95}"/>
              </a:ext>
            </a:extLst>
          </p:cNvPr>
          <p:cNvSpPr/>
          <p:nvPr/>
        </p:nvSpPr>
        <p:spPr>
          <a:xfrm>
            <a:off x="737420" y="935330"/>
            <a:ext cx="9144000" cy="523220"/>
          </a:xfrm>
          <a:prstGeom prst="rect">
            <a:avLst/>
          </a:prstGeom>
        </p:spPr>
        <p:txBody>
          <a:bodyPr wrap="square">
            <a:spAutoFit/>
          </a:bodyPr>
          <a:lstStyle/>
          <a:p>
            <a:pPr algn="ctr"/>
            <a:r>
              <a:rPr lang="en-US" sz="28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Hand baggage</a:t>
            </a:r>
            <a:endParaRPr lang="en-US" sz="2800" dirty="0">
              <a:solidFill>
                <a:schemeClr val="bg2">
                  <a:lumMod val="50000"/>
                </a:schemeClr>
              </a:solidFill>
              <a:latin typeface="Bookman Old Style" panose="02050604050505020204" pitchFamily="18" charset="0"/>
            </a:endParaRPr>
          </a:p>
        </p:txBody>
      </p:sp>
      <p:pic>
        <p:nvPicPr>
          <p:cNvPr id="3" name="Picture 2">
            <a:extLst>
              <a:ext uri="{FF2B5EF4-FFF2-40B4-BE49-F238E27FC236}">
                <a16:creationId xmlns:a16="http://schemas.microsoft.com/office/drawing/2014/main" id="{1F89B1BB-653E-2EC9-3DB8-9F9092790D4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05161" y="41650"/>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85445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6</a:t>
            </a:fld>
            <a:endParaRPr dirty="0"/>
          </a:p>
        </p:txBody>
      </p:sp>
      <p:sp>
        <p:nvSpPr>
          <p:cNvPr id="4" name="Rectangle 3"/>
          <p:cNvSpPr/>
          <p:nvPr/>
        </p:nvSpPr>
        <p:spPr>
          <a:xfrm>
            <a:off x="116759" y="189514"/>
            <a:ext cx="8899422" cy="630942"/>
          </a:xfrm>
          <a:prstGeom prst="rect">
            <a:avLst/>
          </a:prstGeom>
        </p:spPr>
        <p:txBody>
          <a:bodyPr wrap="squar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Phase 1 - 48 hours before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5" name="Rectangle 4"/>
          <p:cNvSpPr/>
          <p:nvPr/>
        </p:nvSpPr>
        <p:spPr>
          <a:xfrm>
            <a:off x="-1504334" y="70297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rPr>
              <a:t> </a:t>
            </a:r>
            <a:r>
              <a:rPr lang="en-US" sz="2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Reporting at Haj House</a:t>
            </a:r>
            <a:endParaRPr lang="en-US" sz="2500" dirty="0">
              <a:solidFill>
                <a:schemeClr val="bg2">
                  <a:lumMod val="50000"/>
                </a:schemeClr>
              </a:solidFill>
              <a:latin typeface="Bookman Old Style" panose="02050604050505020204" pitchFamily="18" charset="0"/>
            </a:endParaRPr>
          </a:p>
        </p:txBody>
      </p:sp>
      <p:sp>
        <p:nvSpPr>
          <p:cNvPr id="23" name="Rectangle 22"/>
          <p:cNvSpPr/>
          <p:nvPr/>
        </p:nvSpPr>
        <p:spPr>
          <a:xfrm>
            <a:off x="422787" y="1543765"/>
            <a:ext cx="10658167" cy="4339650"/>
          </a:xfrm>
          <a:prstGeom prst="rect">
            <a:avLst/>
          </a:prstGeom>
        </p:spPr>
        <p:txBody>
          <a:bodyPr wrap="square">
            <a:spAutoFit/>
          </a:bodyPr>
          <a:lstStyle/>
          <a:p>
            <a:pPr marL="457200" indent="-457200" algn="just">
              <a:buFont typeface="Wingdings" pitchFamily="2" charset="2"/>
              <a:buChar char="Ø"/>
            </a:pPr>
            <a:r>
              <a:rPr lang="en-US" sz="2300" dirty="0">
                <a:effectLst>
                  <a:outerShdw blurRad="38100" dist="38100" dir="2700000" algn="tl">
                    <a:srgbClr val="000000">
                      <a:alpha val="43137"/>
                    </a:srgbClr>
                  </a:outerShdw>
                </a:effectLst>
                <a:latin typeface="Bookman Old Style" panose="02050604050505020204" pitchFamily="18" charset="0"/>
              </a:rPr>
              <a:t>Hajis to report to the Haj House.</a:t>
            </a:r>
          </a:p>
          <a:p>
            <a:pPr marL="457200" indent="-457200" algn="just">
              <a:buFont typeface="Wingdings" pitchFamily="2" charset="2"/>
              <a:buChar char="Ø"/>
            </a:pPr>
            <a:r>
              <a:rPr lang="en-US" sz="2300" dirty="0">
                <a:effectLst>
                  <a:outerShdw blurRad="38100" dist="38100" dir="2700000" algn="tl">
                    <a:srgbClr val="000000">
                      <a:alpha val="43137"/>
                    </a:srgbClr>
                  </a:outerShdw>
                </a:effectLst>
                <a:latin typeface="Bookman Old Style" panose="02050604050505020204" pitchFamily="18" charset="0"/>
              </a:rPr>
              <a:t>Haji needs to get him self inoculated and inform Haj Committee of any medical problems at this time, as medical FIT TO FLY if needed is to be prepared before coming to Airport.</a:t>
            </a:r>
          </a:p>
          <a:p>
            <a:pPr marL="457200" indent="-457200" algn="just">
              <a:buFont typeface="Wingdings" pitchFamily="2" charset="2"/>
              <a:buChar char="Ø"/>
            </a:pPr>
            <a:r>
              <a:rPr lang="en-US" sz="2300" b="1" dirty="0">
                <a:solidFill>
                  <a:srgbClr val="000099"/>
                </a:solidFill>
                <a:effectLst>
                  <a:outerShdw blurRad="38100" dist="38100" dir="2700000" algn="tl">
                    <a:srgbClr val="000000">
                      <a:alpha val="43137"/>
                    </a:srgbClr>
                  </a:outerShdw>
                </a:effectLst>
                <a:latin typeface="Bookman Old Style" panose="02050604050505020204" pitchFamily="18" charset="0"/>
              </a:rPr>
              <a:t>‘FIT TO FLY’ is not provided by airport doctors.</a:t>
            </a:r>
          </a:p>
          <a:p>
            <a:pPr marL="457200" indent="-457200" algn="just">
              <a:buFont typeface="Wingdings" pitchFamily="2" charset="2"/>
              <a:buChar char="Ø"/>
            </a:pPr>
            <a:r>
              <a:rPr lang="en-US" sz="2300" dirty="0">
                <a:effectLst>
                  <a:outerShdw blurRad="38100" dist="38100" dir="2700000" algn="tl">
                    <a:srgbClr val="000000">
                      <a:alpha val="43137"/>
                    </a:srgbClr>
                  </a:outerShdw>
                </a:effectLst>
                <a:latin typeface="Bookman Old Style" panose="02050604050505020204" pitchFamily="18" charset="0"/>
              </a:rPr>
              <a:t>Haj should ensure that his handbags and check-in bags comply with the regulations and should ensure that all bags are packed in his presence and </a:t>
            </a:r>
            <a:r>
              <a:rPr lang="en-US" sz="2300" b="1" u="sng" dirty="0">
                <a:effectLst>
                  <a:outerShdw blurRad="38100" dist="38100" dir="2700000" algn="tl">
                    <a:srgbClr val="000000">
                      <a:alpha val="43137"/>
                    </a:srgbClr>
                  </a:outerShdw>
                </a:effectLst>
                <a:latin typeface="Bookman Old Style" panose="02050604050505020204" pitchFamily="18" charset="0"/>
              </a:rPr>
              <a:t>should not carry any baggage for others.</a:t>
            </a:r>
          </a:p>
          <a:p>
            <a:pPr marL="457200" indent="-457200" algn="just">
              <a:buFont typeface="Wingdings" pitchFamily="2" charset="2"/>
              <a:buChar char="Ø"/>
            </a:pPr>
            <a:r>
              <a:rPr lang="en-US" sz="2300" dirty="0">
                <a:effectLst>
                  <a:outerShdw blurRad="38100" dist="38100" dir="2700000" algn="tl">
                    <a:srgbClr val="000000">
                      <a:alpha val="43137"/>
                    </a:srgbClr>
                  </a:outerShdw>
                </a:effectLst>
                <a:latin typeface="Bookman Old Style" panose="02050604050505020204" pitchFamily="18" charset="0"/>
              </a:rPr>
              <a:t>Check-in baggage and hand-baggage should be labelled inside and out.</a:t>
            </a:r>
          </a:p>
          <a:p>
            <a:pPr marL="457200" indent="-457200" algn="just">
              <a:buFont typeface="Wingdings" pitchFamily="2" charset="2"/>
              <a:buChar char="Ø"/>
            </a:pPr>
            <a:r>
              <a:rPr lang="en-US" sz="2300" b="1" dirty="0">
                <a:solidFill>
                  <a:srgbClr val="000099"/>
                </a:solidFill>
                <a:effectLst>
                  <a:outerShdw blurRad="38100" dist="38100" dir="2700000" algn="tl">
                    <a:srgbClr val="000000">
                      <a:alpha val="43137"/>
                    </a:srgbClr>
                  </a:outerShdw>
                </a:effectLst>
                <a:latin typeface="Bookman Old Style" panose="02050604050505020204" pitchFamily="18" charset="0"/>
              </a:rPr>
              <a:t>Hajis should always carry an extra photocopy of all documents in his hand baggage.</a:t>
            </a:r>
          </a:p>
        </p:txBody>
      </p:sp>
      <p:pic>
        <p:nvPicPr>
          <p:cNvPr id="3" name="Picture 2">
            <a:extLst>
              <a:ext uri="{FF2B5EF4-FFF2-40B4-BE49-F238E27FC236}">
                <a16:creationId xmlns:a16="http://schemas.microsoft.com/office/drawing/2014/main" id="{C4CEE5CD-217D-F440-AE10-10296EECD0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38735" y="18951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23299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7</a:t>
            </a:fld>
            <a:endParaRPr dirty="0"/>
          </a:p>
        </p:txBody>
      </p:sp>
      <p:sp>
        <p:nvSpPr>
          <p:cNvPr id="2" name="Rectangle 1"/>
          <p:cNvSpPr/>
          <p:nvPr/>
        </p:nvSpPr>
        <p:spPr>
          <a:xfrm>
            <a:off x="1022190" y="199954"/>
            <a:ext cx="7453579"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rPr>
              <a:t>24 hours before scheduled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7" name="Rectangle 3"/>
          <p:cNvSpPr txBox="1">
            <a:spLocks noChangeArrowheads="1"/>
          </p:cNvSpPr>
          <p:nvPr/>
        </p:nvSpPr>
        <p:spPr bwMode="auto">
          <a:xfrm>
            <a:off x="948793" y="1134012"/>
            <a:ext cx="9076404" cy="57549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kern="1200">
                <a:solidFill>
                  <a:srgbClr val="002060"/>
                </a:solidFill>
                <a:latin typeface="+mn-lt"/>
                <a:ea typeface="+mn-ea"/>
                <a:cs typeface="+mn-cs"/>
              </a:defRPr>
            </a:lvl1pPr>
            <a:lvl2pPr marL="742950" indent="-285750" algn="l" rtl="0" eaLnBrk="0" fontAlgn="base" hangingPunct="0">
              <a:spcBef>
                <a:spcPct val="20000"/>
              </a:spcBef>
              <a:spcAft>
                <a:spcPct val="0"/>
              </a:spcAft>
              <a:buFont typeface="Courier New" pitchFamily="49" charset="0"/>
              <a:buChar char="o"/>
              <a:defRPr sz="2800" kern="1200">
                <a:solidFill>
                  <a:srgbClr val="002060"/>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dirty="0">
                <a:solidFill>
                  <a:schemeClr val="bg2">
                    <a:lumMod val="50000"/>
                  </a:schemeClr>
                </a:solidFill>
                <a:effectLst>
                  <a:outerShdw blurRad="38100" dist="38100" dir="2700000" algn="tl">
                    <a:srgbClr val="000000">
                      <a:alpha val="43137"/>
                    </a:srgbClr>
                  </a:outerShdw>
                </a:effectLst>
              </a:rPr>
              <a:t>Boarding passes will be distributed at Haj House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8813" y="1586564"/>
            <a:ext cx="5943665" cy="2357864"/>
          </a:xfrm>
          <a:prstGeom prst="rect">
            <a:avLst/>
          </a:prstGeom>
          <a:ln>
            <a:solidFill>
              <a:schemeClr val="tx1"/>
            </a:solidFill>
          </a:ln>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7089" y="4116029"/>
            <a:ext cx="5943665" cy="2357864"/>
          </a:xfrm>
          <a:prstGeom prst="rect">
            <a:avLst/>
          </a:prstGeom>
          <a:ln>
            <a:solidFill>
              <a:schemeClr val="tx1"/>
            </a:solidFill>
          </a:ln>
        </p:spPr>
      </p:pic>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299" y="5694131"/>
            <a:ext cx="2616696" cy="718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980233" y="2621947"/>
            <a:ext cx="2025757" cy="954107"/>
          </a:xfrm>
          <a:prstGeom prst="rect">
            <a:avLst/>
          </a:prstGeom>
          <a:noFill/>
        </p:spPr>
        <p:txBody>
          <a:bodyPr wrap="square" rtlCol="0">
            <a:spAutoFit/>
          </a:bodyPr>
          <a:lstStyle/>
          <a:p>
            <a:pPr algn="ctr"/>
            <a:r>
              <a:rPr lang="en-US" sz="2800" b="1" dirty="0">
                <a:solidFill>
                  <a:srgbClr val="000099"/>
                </a:solidFill>
              </a:rPr>
              <a:t>From</a:t>
            </a:r>
          </a:p>
          <a:p>
            <a:pPr algn="ctr"/>
            <a:r>
              <a:rPr lang="en-US" sz="2800" b="1" dirty="0">
                <a:solidFill>
                  <a:srgbClr val="000099"/>
                </a:solidFill>
              </a:rPr>
              <a:t>India</a:t>
            </a:r>
          </a:p>
        </p:txBody>
      </p:sp>
      <p:sp>
        <p:nvSpPr>
          <p:cNvPr id="16" name="TextBox 15"/>
          <p:cNvSpPr txBox="1"/>
          <p:nvPr/>
        </p:nvSpPr>
        <p:spPr>
          <a:xfrm>
            <a:off x="3215680" y="4365105"/>
            <a:ext cx="2183160" cy="1384995"/>
          </a:xfrm>
          <a:prstGeom prst="rect">
            <a:avLst/>
          </a:prstGeom>
          <a:noFill/>
        </p:spPr>
        <p:txBody>
          <a:bodyPr wrap="square" rtlCol="0">
            <a:spAutoFit/>
          </a:bodyPr>
          <a:lstStyle/>
          <a:p>
            <a:pPr algn="ctr"/>
            <a:r>
              <a:rPr lang="en-US" sz="2800" b="1" dirty="0">
                <a:solidFill>
                  <a:srgbClr val="000099"/>
                </a:solidFill>
              </a:rPr>
              <a:t>From </a:t>
            </a:r>
          </a:p>
          <a:p>
            <a:pPr algn="ctr"/>
            <a:r>
              <a:rPr lang="en-US" sz="2800" b="1" dirty="0">
                <a:solidFill>
                  <a:srgbClr val="000099"/>
                </a:solidFill>
              </a:rPr>
              <a:t>Saudi Arabia</a:t>
            </a:r>
          </a:p>
        </p:txBody>
      </p:sp>
      <p:sp>
        <p:nvSpPr>
          <p:cNvPr id="4" name="Rectangle 3"/>
          <p:cNvSpPr/>
          <p:nvPr/>
        </p:nvSpPr>
        <p:spPr>
          <a:xfrm>
            <a:off x="7561873" y="2420934"/>
            <a:ext cx="2014782" cy="3046988"/>
          </a:xfrm>
          <a:prstGeom prst="rect">
            <a:avLst/>
          </a:prstGeom>
        </p:spPr>
        <p:txBody>
          <a:bodyPr wrap="square">
            <a:spAutoFit/>
          </a:bodyPr>
          <a:lstStyle/>
          <a:p>
            <a:r>
              <a:rPr lang="en-US" sz="2400" dirty="0">
                <a:effectLst>
                  <a:outerShdw blurRad="38100" dist="38100" dir="2700000" algn="tl">
                    <a:srgbClr val="000000">
                      <a:alpha val="43137"/>
                    </a:srgbClr>
                  </a:outerShdw>
                </a:effectLst>
              </a:rPr>
              <a:t>Indians Hajis do not need to fill any forms to be presented at the airports in India and Saudi Arabia.</a:t>
            </a:r>
          </a:p>
        </p:txBody>
      </p:sp>
      <p:pic>
        <p:nvPicPr>
          <p:cNvPr id="8" name="Picture 7">
            <a:extLst>
              <a:ext uri="{FF2B5EF4-FFF2-40B4-BE49-F238E27FC236}">
                <a16:creationId xmlns:a16="http://schemas.microsoft.com/office/drawing/2014/main" id="{0DA325A3-30D6-3377-1E45-D2F1949BD07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891251" y="172854"/>
            <a:ext cx="1844159" cy="1089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86046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4D5E51D8-F917-55DA-1B5B-C6E06FFD95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74" r="2" b="8539"/>
          <a:stretch/>
        </p:blipFill>
        <p:spPr bwMode="auto">
          <a:xfrm>
            <a:off x="-1" y="-3"/>
            <a:ext cx="4064316" cy="228128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http://islam.ru/en/sites/default/files/img/news/2014/09/c3df0a39-b343-46d5-b5ff-7245b94061e9HiRes.JPG"/>
          <p:cNvPicPr>
            <a:picLocks noChangeAspect="1" noChangeArrowheads="1"/>
          </p:cNvPicPr>
          <p:nvPr/>
        </p:nvPicPr>
        <p:blipFill rotWithShape="1">
          <a:blip r:embed="rId3">
            <a:extLst>
              <a:ext uri="{28A0092B-C50C-407E-A947-70E740481C1C}">
                <a14:useLocalDpi xmlns:a14="http://schemas.microsoft.com/office/drawing/2010/main" val="0"/>
              </a:ext>
            </a:extLst>
          </a:blip>
          <a:srcRect t="2472" r="-1" b="20374"/>
          <a:stretch/>
        </p:blipFill>
        <p:spPr bwMode="auto">
          <a:xfrm>
            <a:off x="4067494" y="-1357"/>
            <a:ext cx="3953242" cy="22722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2926" r="-2" b="-2"/>
          <a:stretch/>
        </p:blipFill>
        <p:spPr>
          <a:xfrm>
            <a:off x="8027088" y="-1356"/>
            <a:ext cx="4161863" cy="2272264"/>
          </a:xfrm>
          <a:prstGeom prst="rect">
            <a:avLst/>
          </a:prstGeom>
        </p:spPr>
      </p:pic>
      <p:pic>
        <p:nvPicPr>
          <p:cNvPr id="3" name="Picture 2"/>
          <p:cNvPicPr>
            <a:picLocks noChangeAspect="1"/>
          </p:cNvPicPr>
          <p:nvPr/>
        </p:nvPicPr>
        <p:blipFill rotWithShape="1">
          <a:blip r:embed="rId5" cstate="print">
            <a:extLst>
              <a:ext uri="{28A0092B-C50C-407E-A947-70E740481C1C}">
                <a14:useLocalDpi xmlns:a14="http://schemas.microsoft.com/office/drawing/2010/main" val="0"/>
              </a:ext>
            </a:extLst>
          </a:blip>
          <a:srcRect t="3032" r="3" b="12881"/>
          <a:stretch/>
        </p:blipFill>
        <p:spPr>
          <a:xfrm>
            <a:off x="20" y="2292876"/>
            <a:ext cx="4064292" cy="2281271"/>
          </a:xfrm>
          <a:prstGeom prst="rect">
            <a:avLst/>
          </a:prstGeom>
        </p:spPr>
      </p:pic>
      <p:pic>
        <p:nvPicPr>
          <p:cNvPr id="5" name="Picture 4"/>
          <p:cNvPicPr>
            <a:picLocks noChangeAspect="1"/>
          </p:cNvPicPr>
          <p:nvPr/>
        </p:nvPicPr>
        <p:blipFill rotWithShape="1">
          <a:blip r:embed="rId6" cstate="print">
            <a:extLst>
              <a:ext uri="{28A0092B-C50C-407E-A947-70E740481C1C}">
                <a14:useLocalDpi xmlns:a14="http://schemas.microsoft.com/office/drawing/2010/main" val="0"/>
              </a:ext>
            </a:extLst>
          </a:blip>
          <a:srcRect r="1" b="532"/>
          <a:stretch/>
        </p:blipFill>
        <p:spPr>
          <a:xfrm>
            <a:off x="3" y="4585734"/>
            <a:ext cx="4061141" cy="2272267"/>
          </a:xfrm>
          <a:prstGeom prst="rect">
            <a:avLst/>
          </a:prstGeom>
        </p:spPr>
      </p:pic>
      <p:sp>
        <p:nvSpPr>
          <p:cNvPr id="15365" name="Rectangle 15364">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495" y="2300641"/>
            <a:ext cx="8124506"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4657256" y="2916520"/>
            <a:ext cx="6465287" cy="230936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kern="1200" dirty="0">
                <a:solidFill>
                  <a:srgbClr val="FFFFFF"/>
                </a:solidFill>
                <a:latin typeface="Bookman Old Style" panose="02050604050505020204" pitchFamily="18" charset="0"/>
                <a:ea typeface="+mj-ea"/>
                <a:cs typeface="+mj-cs"/>
              </a:rPr>
              <a:t>Airport Haj </a:t>
            </a:r>
            <a:r>
              <a:rPr lang="en-US" sz="4800" b="1" kern="1200" dirty="0" err="1">
                <a:solidFill>
                  <a:srgbClr val="FFFFFF"/>
                </a:solidFill>
                <a:latin typeface="Bookman Old Style" panose="02050604050505020204" pitchFamily="18" charset="0"/>
                <a:ea typeface="+mj-ea"/>
                <a:cs typeface="+mj-cs"/>
              </a:rPr>
              <a:t>Familiarisation</a:t>
            </a:r>
            <a:endParaRPr lang="en-US" sz="4800" b="1" kern="1200" dirty="0">
              <a:solidFill>
                <a:srgbClr val="FFFFFF"/>
              </a:solidFill>
              <a:latin typeface="Bookman Old Style" panose="02050604050505020204" pitchFamily="18" charset="0"/>
              <a:ea typeface="+mj-ea"/>
              <a:cs typeface="+mj-cs"/>
            </a:endParaRPr>
          </a:p>
        </p:txBody>
      </p:sp>
      <p:cxnSp>
        <p:nvCxnSpPr>
          <p:cNvPr id="15366" name="Straight Connector 15365">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12188952" cy="0"/>
          </a:xfrm>
          <a:prstGeom prst="line">
            <a:avLst/>
          </a:prstGeom>
          <a:ln w="1016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367" name="Straight Connector 15366">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4064320" cy="0"/>
          </a:xfrm>
          <a:prstGeom prst="line">
            <a:avLst/>
          </a:prstGeom>
          <a:ln w="1016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369" name="Straight Connector 15368">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371" name="Straight Connector 15370">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378" name="Straight Connector 15377">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6931" y="5336249"/>
            <a:ext cx="5486400"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
        <p:nvSpPr>
          <p:cNvPr id="15363" name="Slide Number Placeholder 2"/>
          <p:cNvSpPr>
            <a:spLocks noGrp="1"/>
          </p:cNvSpPr>
          <p:nvPr>
            <p:ph type="sldNum" sz="quarter" idx="12"/>
          </p:nvPr>
        </p:nvSpPr>
        <p:spPr bwMode="auto">
          <a:xfrm>
            <a:off x="10839450" y="6080760"/>
            <a:ext cx="699637" cy="306928"/>
          </a:xfrm>
          <a:prstGeom prst="ellipse">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lnSpc>
                <a:spcPct val="90000"/>
              </a:lnSpc>
              <a:spcBef>
                <a:spcPct val="0"/>
              </a:spcBef>
              <a:spcAft>
                <a:spcPts val="600"/>
              </a:spcAft>
            </a:pPr>
            <a:fld id="{6F5A56C0-6810-4E32-BA91-F429DD3DF757}" type="slidenum">
              <a:rPr lang="en-US" sz="900">
                <a:solidFill>
                  <a:srgbClr val="FFFFFF">
                    <a:alpha val="80000"/>
                  </a:srgbClr>
                </a:solidFill>
                <a:latin typeface="+mn-lt"/>
                <a:cs typeface="+mn-cs"/>
              </a:rPr>
              <a:pPr eaLnBrk="1" fontAlgn="base" hangingPunct="1">
                <a:lnSpc>
                  <a:spcPct val="90000"/>
                </a:lnSpc>
                <a:spcBef>
                  <a:spcPct val="0"/>
                </a:spcBef>
                <a:spcAft>
                  <a:spcPts val="600"/>
                </a:spcAft>
              </a:pPr>
              <a:t>8</a:t>
            </a:fld>
            <a:endParaRPr lang="en-US" sz="900">
              <a:solidFill>
                <a:srgbClr val="FFFFFF">
                  <a:alpha val="80000"/>
                </a:srgbClr>
              </a:solidFill>
              <a:latin typeface="+mn-lt"/>
              <a:cs typeface="+mn-cs"/>
            </a:endParaRPr>
          </a:p>
        </p:txBody>
      </p:sp>
    </p:spTree>
    <p:extLst>
      <p:ext uri="{BB962C8B-B14F-4D97-AF65-F5344CB8AC3E}">
        <p14:creationId xmlns:p14="http://schemas.microsoft.com/office/powerpoint/2010/main" val="2268451125"/>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1282288" y="1115368"/>
            <a:ext cx="8999034" cy="5045211"/>
          </a:xfrm>
        </p:spPr>
        <p:txBody>
          <a:bodyPr>
            <a:normAutofit/>
          </a:bodyPr>
          <a:lstStyle/>
          <a:p>
            <a:pPr>
              <a:defRPr/>
            </a:pPr>
            <a:r>
              <a:rPr lang="en-US" sz="2700" b="1" dirty="0">
                <a:solidFill>
                  <a:srgbClr val="FF0000"/>
                </a:solidFill>
                <a:latin typeface="Bookman Old Style" panose="02050604050505020204" pitchFamily="18" charset="0"/>
              </a:rPr>
              <a:t>Types of baggages permitted</a:t>
            </a:r>
            <a:br>
              <a:rPr lang="en-US" sz="3200" b="1" dirty="0">
                <a:solidFill>
                  <a:srgbClr val="FF0000"/>
                </a:solidFill>
              </a:rPr>
            </a:br>
            <a:r>
              <a:rPr lang="en-US" sz="3200" b="1" dirty="0">
                <a:solidFill>
                  <a:srgbClr val="FF0000"/>
                </a:solidFill>
              </a:rPr>
              <a:t>	</a:t>
            </a:r>
            <a:r>
              <a:rPr lang="en-US" sz="2200" b="1" dirty="0">
                <a:latin typeface="Bookman Old Style" panose="02050604050505020204" pitchFamily="18" charset="0"/>
              </a:rPr>
              <a:t>Suitcases</a:t>
            </a:r>
            <a:br>
              <a:rPr lang="en-US" sz="2200" b="1" dirty="0">
                <a:latin typeface="Bookman Old Style" panose="02050604050505020204" pitchFamily="18" charset="0"/>
              </a:rPr>
            </a:br>
            <a:r>
              <a:rPr lang="en-US" sz="2200" b="1" dirty="0">
                <a:latin typeface="Bookman Old Style" panose="02050604050505020204" pitchFamily="18" charset="0"/>
              </a:rPr>
              <a:t>	Airbags</a:t>
            </a:r>
            <a:br>
              <a:rPr lang="en-US" sz="2200" b="1" dirty="0">
                <a:latin typeface="Bookman Old Style" panose="02050604050505020204" pitchFamily="18" charset="0"/>
              </a:rPr>
            </a:br>
            <a:r>
              <a:rPr lang="en-US" sz="2200" b="1" dirty="0">
                <a:latin typeface="Bookman Old Style" panose="02050604050505020204" pitchFamily="18" charset="0"/>
              </a:rPr>
              <a:t>	Trolley bags</a:t>
            </a:r>
            <a:br>
              <a:rPr lang="en-US" sz="3200" b="1" dirty="0"/>
            </a:br>
            <a:r>
              <a:rPr lang="en-US" sz="3200" b="1" dirty="0"/>
              <a:t>            </a:t>
            </a:r>
            <a:br>
              <a:rPr lang="en-US" sz="3200" b="1" dirty="0"/>
            </a:br>
            <a:br>
              <a:rPr lang="en-US" dirty="0"/>
            </a:br>
            <a:r>
              <a:rPr lang="en-US" sz="2700" b="1" dirty="0">
                <a:solidFill>
                  <a:srgbClr val="FF0000"/>
                </a:solidFill>
                <a:latin typeface="Bookman Old Style" panose="02050604050505020204" pitchFamily="18" charset="0"/>
              </a:rPr>
              <a:t>Types of baggages not permitted</a:t>
            </a:r>
            <a:br>
              <a:rPr lang="en-US" sz="3200" b="1" dirty="0">
                <a:solidFill>
                  <a:srgbClr val="FF0000"/>
                </a:solidFill>
              </a:rPr>
            </a:br>
            <a:r>
              <a:rPr lang="en-US" sz="3200" b="1" dirty="0">
                <a:solidFill>
                  <a:srgbClr val="FF0000"/>
                </a:solidFill>
              </a:rPr>
              <a:t>			 </a:t>
            </a:r>
            <a:r>
              <a:rPr lang="en-US" sz="2200" b="1" dirty="0">
                <a:latin typeface="Bookman Old Style" panose="02050604050505020204" pitchFamily="18" charset="0"/>
              </a:rPr>
              <a:t>Buckets</a:t>
            </a:r>
            <a:br>
              <a:rPr lang="en-US" sz="2200" b="1" dirty="0">
                <a:latin typeface="Bookman Old Style" panose="02050604050505020204" pitchFamily="18" charset="0"/>
              </a:rPr>
            </a:br>
            <a:r>
              <a:rPr lang="en-US" sz="2200" b="1" dirty="0">
                <a:latin typeface="Bookman Old Style" panose="02050604050505020204" pitchFamily="18" charset="0"/>
              </a:rPr>
              <a:t>			Mugs</a:t>
            </a:r>
            <a:br>
              <a:rPr lang="en-US" sz="2200" b="1" dirty="0">
                <a:latin typeface="Bookman Old Style" panose="02050604050505020204" pitchFamily="18" charset="0"/>
              </a:rPr>
            </a:br>
            <a:r>
              <a:rPr lang="en-US" sz="2200" b="1" dirty="0">
                <a:latin typeface="Bookman Old Style" panose="02050604050505020204" pitchFamily="18" charset="0"/>
              </a:rPr>
              <a:t>			Drums</a:t>
            </a:r>
            <a:br>
              <a:rPr lang="en-US" sz="3200" b="1" dirty="0"/>
            </a:br>
            <a:r>
              <a:rPr lang="en-US" sz="3200" b="1" dirty="0"/>
              <a:t>	</a:t>
            </a:r>
            <a:r>
              <a:rPr lang="en-US" sz="2200" b="1" dirty="0"/>
              <a:t>Be</a:t>
            </a:r>
            <a:r>
              <a:rPr lang="en-US" sz="2200" b="1" dirty="0">
                <a:latin typeface="Bookman Old Style" panose="02050604050505020204" pitchFamily="18" charset="0"/>
              </a:rPr>
              <a:t>drolls / Sleeping bags</a:t>
            </a:r>
            <a:br>
              <a:rPr lang="en-US" sz="2200" b="1" dirty="0">
                <a:latin typeface="Bookman Old Style" panose="02050604050505020204" pitchFamily="18" charset="0"/>
              </a:rPr>
            </a:br>
            <a:r>
              <a:rPr lang="en-US" sz="2200" b="1" dirty="0">
                <a:latin typeface="Bookman Old Style" panose="02050604050505020204" pitchFamily="18" charset="0"/>
              </a:rPr>
              <a:t>	Cartons / Sacks / </a:t>
            </a:r>
            <a:r>
              <a:rPr lang="en-US" sz="2200" b="1" dirty="0" err="1">
                <a:latin typeface="Bookman Old Style" panose="02050604050505020204" pitchFamily="18" charset="0"/>
              </a:rPr>
              <a:t>Bori</a:t>
            </a:r>
            <a:r>
              <a:rPr lang="en-US" sz="2200" b="1" dirty="0">
                <a:latin typeface="Bookman Old Style" panose="02050604050505020204" pitchFamily="18" charset="0"/>
              </a:rPr>
              <a:t> </a:t>
            </a:r>
            <a:br>
              <a:rPr lang="en-US" sz="2200" b="1" dirty="0">
                <a:latin typeface="Bookman Old Style" panose="02050604050505020204" pitchFamily="18" charset="0"/>
              </a:rPr>
            </a:br>
            <a:r>
              <a:rPr lang="en-US" sz="2200" b="1" dirty="0">
                <a:latin typeface="Bookman Old Style" panose="02050604050505020204" pitchFamily="18" charset="0"/>
              </a:rPr>
              <a:t>	Metal suitcases / Smart Luggage</a:t>
            </a:r>
          </a:p>
        </p:txBody>
      </p:sp>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9</a:t>
            </a:fld>
            <a:endParaRPr dirty="0"/>
          </a:p>
        </p:txBody>
      </p:sp>
      <p:sp>
        <p:nvSpPr>
          <p:cNvPr id="6" name="Rectangle 5"/>
          <p:cNvSpPr/>
          <p:nvPr/>
        </p:nvSpPr>
        <p:spPr>
          <a:xfrm>
            <a:off x="1163818" y="197142"/>
            <a:ext cx="7834196"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Baggage permitted / not-permitted</a:t>
            </a:r>
            <a:endParaRPr lang="en-US" sz="3500" dirty="0">
              <a:solidFill>
                <a:srgbClr val="FF0000"/>
              </a:solidFill>
              <a:latin typeface="Bookman Old Style" panose="02050604050505020204" pitchFamily="18" charset="0"/>
            </a:endParaRPr>
          </a:p>
        </p:txBody>
      </p:sp>
      <p:pic>
        <p:nvPicPr>
          <p:cNvPr id="2050" name="Picture 2" descr="http://i00.i.aliimg.com/photo/v0/111734688/jute_sacks_sugar_ba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2407" y="4305532"/>
            <a:ext cx="1506804" cy="726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bucket.gif"/>
          <p:cNvPicPr>
            <a:picLocks noChangeAspect="1"/>
          </p:cNvPicPr>
          <p:nvPr/>
        </p:nvPicPr>
        <p:blipFill>
          <a:blip r:embed="rId3"/>
          <a:stretch>
            <a:fillRect/>
          </a:stretch>
        </p:blipFill>
        <p:spPr>
          <a:xfrm>
            <a:off x="8654824" y="3768935"/>
            <a:ext cx="1626498" cy="2221702"/>
          </a:xfrm>
          <a:prstGeom prst="rect">
            <a:avLst/>
          </a:prstGeom>
        </p:spPr>
      </p:pic>
      <p:grpSp>
        <p:nvGrpSpPr>
          <p:cNvPr id="2" name="Group 1"/>
          <p:cNvGrpSpPr/>
          <p:nvPr/>
        </p:nvGrpSpPr>
        <p:grpSpPr>
          <a:xfrm>
            <a:off x="5302593" y="4305532"/>
            <a:ext cx="1292105" cy="719458"/>
            <a:chOff x="2819400" y="3568528"/>
            <a:chExt cx="1828800" cy="1155872"/>
          </a:xfrm>
        </p:grpSpPr>
        <p:cxnSp>
          <p:nvCxnSpPr>
            <p:cNvPr id="7" name="Straight Connector 6"/>
            <p:cNvCxnSpPr/>
            <p:nvPr/>
          </p:nvCxnSpPr>
          <p:spPr>
            <a:xfrm>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1" name="Straight Connector 20"/>
          <p:cNvCxnSpPr/>
          <p:nvPr/>
        </p:nvCxnSpPr>
        <p:spPr>
          <a:xfrm>
            <a:off x="8580497" y="4025306"/>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8580497" y="4025306"/>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Picture 3" descr="suitcases.gif"/>
          <p:cNvPicPr>
            <a:picLocks noChangeAspect="1"/>
          </p:cNvPicPr>
          <p:nvPr/>
        </p:nvPicPr>
        <p:blipFill>
          <a:blip r:embed="rId4"/>
          <a:stretch>
            <a:fillRect/>
          </a:stretch>
        </p:blipFill>
        <p:spPr>
          <a:xfrm>
            <a:off x="6979435" y="1115368"/>
            <a:ext cx="1986844" cy="2807498"/>
          </a:xfrm>
          <a:prstGeom prst="rect">
            <a:avLst/>
          </a:prstGeom>
        </p:spPr>
      </p:pic>
      <p:pic>
        <p:nvPicPr>
          <p:cNvPr id="15" name="Picture 4" descr="Sack Ba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5103" y="4139381"/>
            <a:ext cx="1611692" cy="93332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p:cNvGrpSpPr/>
          <p:nvPr/>
        </p:nvGrpSpPr>
        <p:grpSpPr>
          <a:xfrm>
            <a:off x="1820247" y="4305098"/>
            <a:ext cx="1070438" cy="599807"/>
            <a:chOff x="2819400" y="3568528"/>
            <a:chExt cx="1828800" cy="1155872"/>
          </a:xfrm>
        </p:grpSpPr>
        <p:cxnSp>
          <p:nvCxnSpPr>
            <p:cNvPr id="16" name="Straight Connector 15"/>
            <p:cNvCxnSpPr/>
            <p:nvPr/>
          </p:nvCxnSpPr>
          <p:spPr>
            <a:xfrm>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0511" y="5155320"/>
            <a:ext cx="1883553" cy="1253419"/>
          </a:xfrm>
          <a:prstGeom prst="rect">
            <a:avLst/>
          </a:prstGeom>
        </p:spPr>
      </p:pic>
      <p:grpSp>
        <p:nvGrpSpPr>
          <p:cNvPr id="18" name="Group 17"/>
          <p:cNvGrpSpPr/>
          <p:nvPr/>
        </p:nvGrpSpPr>
        <p:grpSpPr>
          <a:xfrm>
            <a:off x="842886" y="5264470"/>
            <a:ext cx="1067792" cy="1020189"/>
            <a:chOff x="2819400" y="3568528"/>
            <a:chExt cx="1828800" cy="1155872"/>
          </a:xfrm>
        </p:grpSpPr>
        <p:cxnSp>
          <p:nvCxnSpPr>
            <p:cNvPr id="19" name="Straight Connector 18"/>
            <p:cNvCxnSpPr/>
            <p:nvPr/>
          </p:nvCxnSpPr>
          <p:spPr>
            <a:xfrm>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2819400" y="3568528"/>
              <a:ext cx="1828800" cy="11558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8407289" y="1404426"/>
            <a:ext cx="689278" cy="1569660"/>
          </a:xfrm>
          <a:prstGeom prst="rect">
            <a:avLst/>
          </a:prstGeom>
          <a:noFill/>
        </p:spPr>
        <p:txBody>
          <a:bodyPr wrap="square" rtlCol="0">
            <a:spAutoFit/>
          </a:bodyPr>
          <a:lstStyle/>
          <a:p>
            <a:r>
              <a:rPr lang="en-US" sz="9600" b="1" dirty="0">
                <a:solidFill>
                  <a:srgbClr val="00B050"/>
                </a:solidFill>
                <a:sym typeface="Wingdings 2"/>
              </a:rPr>
              <a:t></a:t>
            </a:r>
            <a:endParaRPr lang="en-US" sz="9600" dirty="0">
              <a:solidFill>
                <a:srgbClr val="00B050"/>
              </a:solidFill>
            </a:endParaRPr>
          </a:p>
        </p:txBody>
      </p:sp>
      <p:pic>
        <p:nvPicPr>
          <p:cNvPr id="1433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1381" y="1664538"/>
            <a:ext cx="2506021" cy="1709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a:extLst>
              <a:ext uri="{FF2B5EF4-FFF2-40B4-BE49-F238E27FC236}">
                <a16:creationId xmlns:a16="http://schemas.microsoft.com/office/drawing/2014/main" id="{1719C438-0A6D-2774-A153-3EEE8D60CD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9596" y="158448"/>
            <a:ext cx="1923136" cy="123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334216"/>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10</a:t>
            </a:fld>
            <a:endParaRPr dirty="0"/>
          </a:p>
        </p:txBody>
      </p:sp>
      <p:sp>
        <p:nvSpPr>
          <p:cNvPr id="6" name="Rectangle 5"/>
          <p:cNvSpPr/>
          <p:nvPr/>
        </p:nvSpPr>
        <p:spPr>
          <a:xfrm>
            <a:off x="2386807" y="112767"/>
            <a:ext cx="7120860" cy="553998"/>
          </a:xfrm>
          <a:prstGeom prst="rect">
            <a:avLst/>
          </a:prstGeom>
        </p:spPr>
        <p:txBody>
          <a:bodyPr wrap="none">
            <a:spAutoFit/>
          </a:bodyPr>
          <a:lstStyle/>
          <a:p>
            <a:r>
              <a:rPr lang="en-US" sz="3000" dirty="0">
                <a:solidFill>
                  <a:srgbClr val="FF0000"/>
                </a:solidFill>
                <a:effectLst>
                  <a:outerShdw blurRad="38100" dist="38100" dir="2700000" algn="tl">
                    <a:srgbClr val="000000">
                      <a:alpha val="43137"/>
                    </a:srgbClr>
                  </a:outerShdw>
                </a:effectLst>
                <a:latin typeface="Bookman Old Style" panose="02050604050505020204" pitchFamily="18" charset="0"/>
              </a:rPr>
              <a:t>Items not permitted in hand baggage</a:t>
            </a:r>
            <a:endParaRPr lang="en-US" sz="3000" dirty="0">
              <a:solidFill>
                <a:srgbClr val="FF0000"/>
              </a:solidFill>
              <a:latin typeface="Bookman Old Style" panose="02050604050505020204" pitchFamily="18" charset="0"/>
            </a:endParaRPr>
          </a:p>
        </p:txBody>
      </p:sp>
      <p:sp>
        <p:nvSpPr>
          <p:cNvPr id="8" name="Rectangle 7"/>
          <p:cNvSpPr/>
          <p:nvPr/>
        </p:nvSpPr>
        <p:spPr>
          <a:xfrm>
            <a:off x="872613" y="991293"/>
            <a:ext cx="8458200" cy="5693866"/>
          </a:xfrm>
          <a:prstGeom prst="rect">
            <a:avLst/>
          </a:prstGeom>
        </p:spPr>
        <p:txBody>
          <a:bodyPr wrap="square">
            <a:spAutoFit/>
          </a:bodyPr>
          <a:lstStyle/>
          <a:p>
            <a:pPr marL="457200" indent="-457200">
              <a:buFont typeface="Wingdings" pitchFamily="2" charset="2"/>
              <a:buChar char="Ø"/>
            </a:pPr>
            <a:r>
              <a:rPr lang="en-US" sz="2800" b="1" dirty="0"/>
              <a:t>	</a:t>
            </a:r>
            <a:r>
              <a:rPr lang="en-US" sz="2800" b="1" dirty="0">
                <a:latin typeface="Bookman Old Style" panose="02050604050505020204" pitchFamily="18" charset="0"/>
              </a:rPr>
              <a:t>Moisturizing lotion / Cream *</a:t>
            </a:r>
          </a:p>
          <a:p>
            <a:pPr marL="457200" indent="-457200">
              <a:buFont typeface="Wingdings" pitchFamily="2" charset="2"/>
              <a:buChar char="Ø"/>
            </a:pPr>
            <a:r>
              <a:rPr lang="en-US" sz="2800" b="1" dirty="0">
                <a:latin typeface="Bookman Old Style" panose="02050604050505020204" pitchFamily="18" charset="0"/>
              </a:rPr>
              <a:t>	Liquids* </a:t>
            </a:r>
            <a:r>
              <a:rPr lang="en-US" sz="2800" b="1" dirty="0">
                <a:solidFill>
                  <a:srgbClr val="FF0000"/>
                </a:solidFill>
                <a:latin typeface="Bookman Old Style" panose="02050604050505020204" pitchFamily="18" charset="0"/>
              </a:rPr>
              <a:t>(Strictly not above 100ml)</a:t>
            </a:r>
          </a:p>
          <a:p>
            <a:pPr marL="457200" indent="-457200">
              <a:buFont typeface="Wingdings" pitchFamily="2" charset="2"/>
              <a:buChar char="Ø"/>
            </a:pPr>
            <a:r>
              <a:rPr lang="en-US" sz="2800" b="1" dirty="0">
                <a:latin typeface="Bookman Old Style" panose="02050604050505020204" pitchFamily="18" charset="0"/>
              </a:rPr>
              <a:t>	Small knife </a:t>
            </a:r>
          </a:p>
          <a:p>
            <a:pPr marL="457200" indent="-457200">
              <a:buFont typeface="Wingdings" pitchFamily="2" charset="2"/>
              <a:buChar char="Ø"/>
            </a:pPr>
            <a:r>
              <a:rPr lang="en-US" sz="2800" b="1" dirty="0">
                <a:latin typeface="Bookman Old Style" panose="02050604050505020204" pitchFamily="18" charset="0"/>
              </a:rPr>
              <a:t>	Sewing Needle &amp; Thread</a:t>
            </a:r>
          </a:p>
          <a:p>
            <a:pPr marL="457200" indent="-457200">
              <a:buFont typeface="Wingdings" pitchFamily="2" charset="2"/>
              <a:buChar char="Ø"/>
            </a:pPr>
            <a:r>
              <a:rPr lang="en-US" sz="2800" b="1" dirty="0">
                <a:latin typeface="Bookman Old Style" panose="02050604050505020204" pitchFamily="18" charset="0"/>
              </a:rPr>
              <a:t>	Folding Umbrella</a:t>
            </a:r>
          </a:p>
          <a:p>
            <a:pPr marL="457200" indent="-457200">
              <a:buFont typeface="Wingdings" pitchFamily="2" charset="2"/>
              <a:buChar char="Ø"/>
            </a:pPr>
            <a:r>
              <a:rPr lang="en-US" sz="2800" b="1" dirty="0">
                <a:latin typeface="Bookman Old Style" panose="02050604050505020204" pitchFamily="18" charset="0"/>
              </a:rPr>
              <a:t>	Scissors</a:t>
            </a:r>
          </a:p>
          <a:p>
            <a:pPr marL="457200" indent="-457200">
              <a:buFont typeface="Wingdings" pitchFamily="2" charset="2"/>
              <a:buChar char="Ø"/>
            </a:pPr>
            <a:r>
              <a:rPr lang="en-US" sz="2800" b="1" dirty="0">
                <a:latin typeface="Bookman Old Style" panose="02050604050505020204" pitchFamily="18" charset="0"/>
              </a:rPr>
              <a:t>	</a:t>
            </a:r>
            <a:r>
              <a:rPr lang="en-US" sz="2800" b="1" dirty="0">
                <a:latin typeface="Bookman Old Style" panose="02050604050505020204" pitchFamily="18" charset="0"/>
                <a:cs typeface="Times New Roman" pitchFamily="18" charset="0"/>
              </a:rPr>
              <a:t>R</a:t>
            </a:r>
            <a:r>
              <a:rPr lang="en-US" sz="2800" b="1" dirty="0">
                <a:latin typeface="Bookman Old Style" panose="02050604050505020204" pitchFamily="18" charset="0"/>
              </a:rPr>
              <a:t>azors / Razor Blades</a:t>
            </a:r>
          </a:p>
          <a:p>
            <a:pPr marL="457200" indent="-457200">
              <a:buFont typeface="Wingdings" pitchFamily="2" charset="2"/>
              <a:buChar char="Ø"/>
            </a:pPr>
            <a:r>
              <a:rPr lang="en-US" sz="2800" b="1" dirty="0">
                <a:latin typeface="Bookman Old Style" panose="02050604050505020204" pitchFamily="18" charset="0"/>
              </a:rPr>
              <a:t>	Flashlight / Torch</a:t>
            </a:r>
          </a:p>
          <a:p>
            <a:pPr marL="457200" indent="-457200">
              <a:buFont typeface="Wingdings" pitchFamily="2" charset="2"/>
              <a:buChar char="Ø"/>
            </a:pPr>
            <a:r>
              <a:rPr lang="en-US" sz="2800" b="1" dirty="0">
                <a:latin typeface="Bookman Old Style" panose="02050604050505020204" pitchFamily="18" charset="0"/>
              </a:rPr>
              <a:t>	Pack of string  / Rope</a:t>
            </a:r>
          </a:p>
          <a:p>
            <a:pPr marL="457200" indent="-457200">
              <a:buFont typeface="Wingdings" pitchFamily="2" charset="2"/>
              <a:buChar char="Ø"/>
            </a:pPr>
            <a:r>
              <a:rPr lang="en-US" sz="2800" b="1" dirty="0">
                <a:latin typeface="Bookman Old Style" panose="02050604050505020204" pitchFamily="18" charset="0"/>
              </a:rPr>
              <a:t>	Scotch Tape / Masking tape</a:t>
            </a:r>
          </a:p>
          <a:p>
            <a:pPr marL="457200" indent="-457200">
              <a:buFont typeface="Wingdings" pitchFamily="2" charset="2"/>
              <a:buChar char="Ø"/>
            </a:pPr>
            <a:r>
              <a:rPr lang="en-US" sz="2800" b="1" dirty="0">
                <a:latin typeface="Bookman Old Style" panose="02050604050505020204" pitchFamily="18" charset="0"/>
              </a:rPr>
              <a:t>	Masalas / Paste / Liquids / Match Box</a:t>
            </a:r>
          </a:p>
          <a:p>
            <a:pPr marL="457200" indent="-457200">
              <a:buFont typeface="Wingdings" pitchFamily="2" charset="2"/>
              <a:buChar char="Ø"/>
            </a:pPr>
            <a:r>
              <a:rPr lang="en-US" sz="2800" b="1" dirty="0">
                <a:latin typeface="Bookman Old Style" panose="02050604050505020204" pitchFamily="18" charset="0"/>
              </a:rPr>
              <a:t>	Cigarette Lighters</a:t>
            </a:r>
          </a:p>
          <a:p>
            <a:pPr marL="457200" indent="-457200">
              <a:buFont typeface="Wingdings" pitchFamily="2" charset="2"/>
              <a:buChar char="Ø"/>
            </a:pPr>
            <a:r>
              <a:rPr lang="en-US" sz="2800" b="1" dirty="0">
                <a:latin typeface="Bookman Old Style" panose="02050604050505020204" pitchFamily="18" charset="0"/>
              </a:rPr>
              <a:t>	Beetle nut cutter / Nail-clippers </a:t>
            </a:r>
          </a:p>
        </p:txBody>
      </p:sp>
      <p:pic>
        <p:nvPicPr>
          <p:cNvPr id="5" name="Picture 4" descr="imagesCA99QX6J.jpg"/>
          <p:cNvPicPr>
            <a:picLocks noChangeAspect="1"/>
          </p:cNvPicPr>
          <p:nvPr/>
        </p:nvPicPr>
        <p:blipFill>
          <a:blip r:embed="rId2" cstate="print"/>
          <a:stretch>
            <a:fillRect/>
          </a:stretch>
        </p:blipFill>
        <p:spPr>
          <a:xfrm>
            <a:off x="8663914" y="1399826"/>
            <a:ext cx="2058649" cy="2438400"/>
          </a:xfrm>
          <a:prstGeom prst="rect">
            <a:avLst/>
          </a:prstGeom>
        </p:spPr>
      </p:pic>
      <p:pic>
        <p:nvPicPr>
          <p:cNvPr id="7" name="Picture 6" descr="imagesCAXKY29B.jpg"/>
          <p:cNvPicPr>
            <a:picLocks noChangeAspect="1"/>
          </p:cNvPicPr>
          <p:nvPr/>
        </p:nvPicPr>
        <p:blipFill>
          <a:blip r:embed="rId3" cstate="print"/>
          <a:stretch>
            <a:fillRect/>
          </a:stretch>
        </p:blipFill>
        <p:spPr>
          <a:xfrm>
            <a:off x="9097833" y="4193458"/>
            <a:ext cx="2397997" cy="1928147"/>
          </a:xfrm>
          <a:prstGeom prst="rect">
            <a:avLst/>
          </a:prstGeom>
        </p:spPr>
      </p:pic>
      <p:pic>
        <p:nvPicPr>
          <p:cNvPr id="2" name="Picture 1">
            <a:extLst>
              <a:ext uri="{FF2B5EF4-FFF2-40B4-BE49-F238E27FC236}">
                <a16:creationId xmlns:a16="http://schemas.microsoft.com/office/drawing/2014/main" id="{483CAE20-572B-7142-DFBD-2299A37B29A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661858" y="178928"/>
            <a:ext cx="2012283" cy="1188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886550"/>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11</a:t>
            </a:fld>
            <a:endParaRPr dirty="0"/>
          </a:p>
        </p:txBody>
      </p:sp>
      <p:sp>
        <p:nvSpPr>
          <p:cNvPr id="2" name="Rectangle 1"/>
          <p:cNvSpPr/>
          <p:nvPr/>
        </p:nvSpPr>
        <p:spPr>
          <a:xfrm>
            <a:off x="1666758" y="169568"/>
            <a:ext cx="845616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05 hours before scheduled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10" name="Rectangle 9"/>
          <p:cNvSpPr/>
          <p:nvPr/>
        </p:nvSpPr>
        <p:spPr>
          <a:xfrm>
            <a:off x="1524000" y="6858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Check-in</a:t>
            </a:r>
            <a:endParaRPr lang="en-US" sz="3500" dirty="0">
              <a:solidFill>
                <a:schemeClr val="bg2">
                  <a:lumMod val="50000"/>
                </a:schemeClr>
              </a:solidFill>
              <a:latin typeface="Bookman Old Style" panose="02050604050505020204" pitchFamily="18" charset="0"/>
            </a:endParaRPr>
          </a:p>
        </p:txBody>
      </p:sp>
      <p:sp>
        <p:nvSpPr>
          <p:cNvPr id="11" name="Rectangle 3"/>
          <p:cNvSpPr txBox="1">
            <a:spLocks noChangeArrowheads="1"/>
          </p:cNvSpPr>
          <p:nvPr/>
        </p:nvSpPr>
        <p:spPr bwMode="auto">
          <a:xfrm>
            <a:off x="1524000" y="1308593"/>
            <a:ext cx="9144000" cy="519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kern="1200">
                <a:solidFill>
                  <a:srgbClr val="002060"/>
                </a:solidFill>
                <a:latin typeface="+mn-lt"/>
                <a:ea typeface="+mn-ea"/>
                <a:cs typeface="+mn-cs"/>
              </a:defRPr>
            </a:lvl1pPr>
            <a:lvl2pPr marL="742950" indent="-285750" algn="l" rtl="0" eaLnBrk="0" fontAlgn="base" hangingPunct="0">
              <a:spcBef>
                <a:spcPct val="20000"/>
              </a:spcBef>
              <a:spcAft>
                <a:spcPct val="0"/>
              </a:spcAft>
              <a:buFont typeface="Courier New" pitchFamily="49" charset="0"/>
              <a:buChar char="o"/>
              <a:defRPr sz="2800" kern="1200">
                <a:solidFill>
                  <a:srgbClr val="002060"/>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itchFamily="2" charset="2"/>
              <a:buChar char="Ø"/>
            </a:pPr>
            <a:r>
              <a:rPr lang="en-US" sz="2400" dirty="0">
                <a:solidFill>
                  <a:schemeClr val="tx1"/>
                </a:solidFill>
                <a:effectLst>
                  <a:outerShdw blurRad="38100" dist="38100" dir="2700000" algn="tl">
                    <a:srgbClr val="000000">
                      <a:alpha val="43137"/>
                    </a:srgbClr>
                  </a:outerShdw>
                </a:effectLst>
                <a:latin typeface="Bookman Old Style" panose="02050604050505020204" pitchFamily="18" charset="0"/>
              </a:rPr>
              <a:t>Hajis to present only their IND/KSA boarding pass at Saudia Counters</a:t>
            </a:r>
          </a:p>
          <a:p>
            <a:pPr eaLnBrk="1" hangingPunct="1">
              <a:buFont typeface="Wingdings" pitchFamily="2" charset="2"/>
              <a:buChar char="Ø"/>
            </a:pPr>
            <a:r>
              <a:rPr lang="en-US" sz="2400" dirty="0">
                <a:solidFill>
                  <a:schemeClr val="tx1"/>
                </a:solidFill>
                <a:effectLst>
                  <a:outerShdw blurRad="38100" dist="38100" dir="2700000" algn="tl">
                    <a:srgbClr val="000000">
                      <a:alpha val="43137"/>
                    </a:srgbClr>
                  </a:outerShdw>
                </a:effectLst>
                <a:latin typeface="Bookman Old Style" panose="02050604050505020204" pitchFamily="18" charset="0"/>
              </a:rPr>
              <a:t>Hajis will be allowed 02 bags of maximum 20 kgs each</a:t>
            </a:r>
            <a:r>
              <a:rPr lang="en-US" sz="2400" dirty="0">
                <a:solidFill>
                  <a:schemeClr val="tx1"/>
                </a:solidFill>
                <a:effectLst>
                  <a:outerShdw blurRad="38100" dist="38100" dir="2700000" algn="tl">
                    <a:srgbClr val="000000">
                      <a:alpha val="43137"/>
                    </a:srgbClr>
                  </a:outerShdw>
                </a:effectLst>
              </a:rPr>
              <a:t>.</a:t>
            </a:r>
          </a:p>
        </p:txBody>
      </p:sp>
      <p:pic>
        <p:nvPicPr>
          <p:cNvPr id="12" name="Picture 2"/>
          <p:cNvPicPr>
            <a:picLocks noChangeAspect="1" noChangeArrowheads="1"/>
          </p:cNvPicPr>
          <p:nvPr/>
        </p:nvPicPr>
        <p:blipFill>
          <a:blip r:embed="rId2"/>
          <a:srcRect/>
          <a:stretch>
            <a:fillRect/>
          </a:stretch>
        </p:blipFill>
        <p:spPr bwMode="auto">
          <a:xfrm>
            <a:off x="7272113" y="3077966"/>
            <a:ext cx="3314660" cy="2935406"/>
          </a:xfrm>
          <a:prstGeom prst="rect">
            <a:avLst/>
          </a:prstGeom>
          <a:noFill/>
          <a:ln w="9525">
            <a:noFill/>
            <a:miter lim="800000"/>
            <a:headEnd/>
            <a:tailEnd/>
          </a:ln>
          <a:effectLst/>
        </p:spPr>
      </p:pic>
      <p:pic>
        <p:nvPicPr>
          <p:cNvPr id="14" name="Picture 23"/>
          <p:cNvPicPr>
            <a:picLocks noChangeAspect="1" noChangeArrowheads="1"/>
          </p:cNvPicPr>
          <p:nvPr/>
        </p:nvPicPr>
        <p:blipFill>
          <a:blip r:embed="rId3"/>
          <a:srcRect/>
          <a:stretch>
            <a:fillRect/>
          </a:stretch>
        </p:blipFill>
        <p:spPr bwMode="auto">
          <a:xfrm>
            <a:off x="1767643" y="4800601"/>
            <a:ext cx="5271120" cy="1704461"/>
          </a:xfrm>
          <a:prstGeom prst="rect">
            <a:avLst/>
          </a:prstGeom>
          <a:noFill/>
          <a:ln w="9525">
            <a:noFill/>
            <a:miter lim="800000"/>
            <a:headEnd/>
            <a:tailEnd/>
          </a:ln>
          <a:effectLst/>
        </p:spPr>
      </p:pic>
      <p:grpSp>
        <p:nvGrpSpPr>
          <p:cNvPr id="15" name="Group 14"/>
          <p:cNvGrpSpPr/>
          <p:nvPr/>
        </p:nvGrpSpPr>
        <p:grpSpPr>
          <a:xfrm>
            <a:off x="9341397" y="1637155"/>
            <a:ext cx="1326603" cy="1276350"/>
            <a:chOff x="5389750" y="-39411"/>
            <a:chExt cx="1326603" cy="1276350"/>
          </a:xfrm>
        </p:grpSpPr>
        <p:pic>
          <p:nvPicPr>
            <p:cNvPr id="16" name="Picture 25"/>
            <p:cNvPicPr>
              <a:picLocks noChangeAspect="1" noChangeArrowheads="1"/>
            </p:cNvPicPr>
            <p:nvPr/>
          </p:nvPicPr>
          <p:blipFill>
            <a:blip r:embed="rId4"/>
            <a:srcRect/>
            <a:stretch>
              <a:fillRect/>
            </a:stretch>
          </p:blipFill>
          <p:spPr bwMode="auto">
            <a:xfrm>
              <a:off x="5389750" y="-39411"/>
              <a:ext cx="1276350" cy="1276350"/>
            </a:xfrm>
            <a:prstGeom prst="rect">
              <a:avLst/>
            </a:prstGeom>
            <a:noFill/>
            <a:ln w="9525">
              <a:noFill/>
              <a:miter lim="800000"/>
              <a:headEnd/>
              <a:tailEnd/>
            </a:ln>
            <a:effectLst/>
          </p:spPr>
        </p:pic>
        <p:sp>
          <p:nvSpPr>
            <p:cNvPr id="17" name="TextBox 16"/>
            <p:cNvSpPr txBox="1"/>
            <p:nvPr/>
          </p:nvSpPr>
          <p:spPr>
            <a:xfrm>
              <a:off x="5707360" y="815639"/>
              <a:ext cx="1008993" cy="369332"/>
            </a:xfrm>
            <a:prstGeom prst="rect">
              <a:avLst/>
            </a:prstGeom>
            <a:noFill/>
          </p:spPr>
          <p:txBody>
            <a:bodyPr wrap="square" rtlCol="0">
              <a:spAutoFit/>
            </a:bodyPr>
            <a:lstStyle/>
            <a:p>
              <a:r>
                <a:rPr lang="en-US" dirty="0">
                  <a:latin typeface="+mj-lt"/>
                </a:rPr>
                <a:t>22kgs</a:t>
              </a:r>
            </a:p>
          </p:txBody>
        </p:sp>
      </p:gr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6758" y="2676871"/>
            <a:ext cx="5256584" cy="2085298"/>
          </a:xfrm>
          <a:prstGeom prst="rect">
            <a:avLst/>
          </a:prstGeom>
          <a:ln>
            <a:solidFill>
              <a:schemeClr val="tx1"/>
            </a:solidFill>
          </a:ln>
        </p:spPr>
      </p:pic>
      <p:pic>
        <p:nvPicPr>
          <p:cNvPr id="3" name="Picture 2">
            <a:extLst>
              <a:ext uri="{FF2B5EF4-FFF2-40B4-BE49-F238E27FC236}">
                <a16:creationId xmlns:a16="http://schemas.microsoft.com/office/drawing/2014/main" id="{D97CB380-5953-2873-8B97-00DA896D95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9190" y="234573"/>
            <a:ext cx="1923136" cy="123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4779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12</a:t>
            </a:fld>
            <a:endParaRPr dirty="0"/>
          </a:p>
        </p:txBody>
      </p:sp>
      <p:sp>
        <p:nvSpPr>
          <p:cNvPr id="2" name="Rectangle 1"/>
          <p:cNvSpPr/>
          <p:nvPr/>
        </p:nvSpPr>
        <p:spPr>
          <a:xfrm>
            <a:off x="1115963" y="63426"/>
            <a:ext cx="845616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05 hours before scheduled departure</a:t>
            </a:r>
            <a:r>
              <a:rPr lang="en-US" sz="3500" dirty="0">
                <a:solidFill>
                  <a:srgbClr val="FF0000"/>
                </a:solidFill>
                <a:effectLst>
                  <a:outerShdw blurRad="38100" dist="38100" dir="2700000" algn="tl">
                    <a:srgbClr val="000000">
                      <a:alpha val="43137"/>
                    </a:srgbClr>
                  </a:outerShdw>
                </a:effectLst>
              </a:rPr>
              <a:t>.</a:t>
            </a:r>
            <a:endParaRPr lang="en-US" sz="3500" dirty="0">
              <a:solidFill>
                <a:srgbClr val="FF0000"/>
              </a:solidFill>
            </a:endParaRPr>
          </a:p>
        </p:txBody>
      </p:sp>
      <p:sp>
        <p:nvSpPr>
          <p:cNvPr id="10" name="Rectangle 9"/>
          <p:cNvSpPr/>
          <p:nvPr/>
        </p:nvSpPr>
        <p:spPr>
          <a:xfrm>
            <a:off x="428124" y="729078"/>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Check-in</a:t>
            </a:r>
            <a:endParaRPr lang="en-US" sz="3500" dirty="0">
              <a:solidFill>
                <a:schemeClr val="bg2">
                  <a:lumMod val="50000"/>
                </a:schemeClr>
              </a:solidFill>
              <a:latin typeface="Bookman Old Style" panose="02050604050505020204" pitchFamily="18" charset="0"/>
            </a:endParaRPr>
          </a:p>
        </p:txBody>
      </p:sp>
      <p:sp>
        <p:nvSpPr>
          <p:cNvPr id="11" name="Rectangle 3"/>
          <p:cNvSpPr txBox="1">
            <a:spLocks noChangeArrowheads="1"/>
          </p:cNvSpPr>
          <p:nvPr/>
        </p:nvSpPr>
        <p:spPr bwMode="auto">
          <a:xfrm>
            <a:off x="1064382" y="1507790"/>
            <a:ext cx="4807681" cy="4433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kern="1200">
                <a:solidFill>
                  <a:srgbClr val="002060"/>
                </a:solidFill>
                <a:latin typeface="+mn-lt"/>
                <a:ea typeface="+mn-ea"/>
                <a:cs typeface="+mn-cs"/>
              </a:defRPr>
            </a:lvl1pPr>
            <a:lvl2pPr marL="742950" indent="-285750" algn="l" rtl="0" eaLnBrk="0" fontAlgn="base" hangingPunct="0">
              <a:spcBef>
                <a:spcPct val="20000"/>
              </a:spcBef>
              <a:spcAft>
                <a:spcPct val="0"/>
              </a:spcAft>
              <a:buFont typeface="Courier New" pitchFamily="49" charset="0"/>
              <a:buChar char="o"/>
              <a:defRPr sz="2800" kern="1200">
                <a:solidFill>
                  <a:srgbClr val="002060"/>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800" kern="1200">
                <a:solidFill>
                  <a:srgbClr val="002060"/>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itchFamily="2" charset="2"/>
              <a:buChar char="Ø"/>
            </a:pPr>
            <a:r>
              <a:rPr lang="en-US" dirty="0">
                <a:solidFill>
                  <a:schemeClr val="tx1"/>
                </a:solidFill>
                <a:effectLst>
                  <a:outerShdw blurRad="38100" dist="38100" dir="2700000" algn="tl">
                    <a:srgbClr val="000000">
                      <a:alpha val="43137"/>
                    </a:srgbClr>
                  </a:outerShdw>
                </a:effectLst>
                <a:latin typeface="Bookman Old Style" panose="02050604050505020204" pitchFamily="18" charset="0"/>
              </a:rPr>
              <a:t>Personal Wheelchairs &amp; Baby Prams need to be plastic safe wrapped.</a:t>
            </a:r>
          </a:p>
          <a:p>
            <a:pPr marL="0" indent="0" eaLnBrk="1" hangingPunct="1">
              <a:buNone/>
            </a:pPr>
            <a:r>
              <a:rPr lang="en-US" dirty="0">
                <a:solidFill>
                  <a:srgbClr val="FF0000"/>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latin typeface="Bookman Old Style" panose="02050604050505020204" pitchFamily="18" charset="0"/>
              </a:rPr>
              <a:t>Compulsory</a:t>
            </a:r>
            <a:r>
              <a:rPr lang="en-US" dirty="0">
                <a:solidFill>
                  <a:schemeClr val="tx1"/>
                </a:solidFill>
                <a:effectLst>
                  <a:outerShdw blurRad="38100" dist="38100" dir="2700000" algn="tl">
                    <a:srgbClr val="000000">
                      <a:alpha val="43137"/>
                    </a:srgbClr>
                  </a:outerShdw>
                </a:effectLst>
                <a:latin typeface="Bookman Old Style" panose="02050604050505020204" pitchFamily="18" charset="0"/>
              </a:rPr>
              <a:t> </a:t>
            </a:r>
          </a:p>
          <a:p>
            <a:pPr eaLnBrk="1" hangingPunct="1">
              <a:buFont typeface="Wingdings" pitchFamily="2" charset="2"/>
              <a:buChar char="Ø"/>
            </a:pPr>
            <a:endParaRPr lang="en-US" dirty="0">
              <a:solidFill>
                <a:schemeClr val="tx1"/>
              </a:solidFill>
              <a:effectLst>
                <a:outerShdw blurRad="38100" dist="38100" dir="2700000" algn="tl">
                  <a:srgbClr val="000000">
                    <a:alpha val="43137"/>
                  </a:srgbClr>
                </a:outerShdw>
              </a:effectLst>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8101" y="1417563"/>
            <a:ext cx="2104023" cy="2905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504" y="3429000"/>
            <a:ext cx="3344779"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6264" y="4070555"/>
            <a:ext cx="2349655" cy="2105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DEC0C38-2573-606C-41BF-3459F964B97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083705" y="694368"/>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11700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13</a:t>
            </a:fld>
            <a:endParaRPr dirty="0"/>
          </a:p>
        </p:txBody>
      </p:sp>
      <p:sp>
        <p:nvSpPr>
          <p:cNvPr id="2" name="Rectangle 1"/>
          <p:cNvSpPr/>
          <p:nvPr/>
        </p:nvSpPr>
        <p:spPr>
          <a:xfrm>
            <a:off x="1282808" y="315471"/>
            <a:ext cx="6514174" cy="477054"/>
          </a:xfrm>
          <a:prstGeom prst="rect">
            <a:avLst/>
          </a:prstGeom>
        </p:spPr>
        <p:txBody>
          <a:bodyPr wrap="square">
            <a:spAutoFit/>
          </a:bodyPr>
          <a:lstStyle/>
          <a:p>
            <a:pPr algn="ctr"/>
            <a:r>
              <a:rPr lang="en-US" sz="2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05 hours before scheduled departure</a:t>
            </a:r>
            <a:r>
              <a:rPr lang="en-US" sz="2500" dirty="0">
                <a:solidFill>
                  <a:schemeClr val="bg2">
                    <a:lumMod val="50000"/>
                  </a:schemeClr>
                </a:solidFill>
                <a:effectLst>
                  <a:outerShdw blurRad="38100" dist="38100" dir="2700000" algn="tl">
                    <a:srgbClr val="000000">
                      <a:alpha val="43137"/>
                    </a:srgbClr>
                  </a:outerShdw>
                </a:effectLst>
              </a:rPr>
              <a:t>.</a:t>
            </a:r>
            <a:endParaRPr lang="en-US" sz="2500" dirty="0">
              <a:solidFill>
                <a:schemeClr val="bg2">
                  <a:lumMod val="50000"/>
                </a:schemeClr>
              </a:solidFill>
            </a:endParaRPr>
          </a:p>
        </p:txBody>
      </p:sp>
      <p:sp>
        <p:nvSpPr>
          <p:cNvPr id="10" name="Rectangle 9"/>
          <p:cNvSpPr/>
          <p:nvPr/>
        </p:nvSpPr>
        <p:spPr>
          <a:xfrm>
            <a:off x="-678425" y="885098"/>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Check-in</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658761" y="1842117"/>
            <a:ext cx="7649498" cy="3939540"/>
          </a:xfrm>
          <a:prstGeom prst="rect">
            <a:avLst/>
          </a:prstGeom>
        </p:spPr>
        <p:txBody>
          <a:bodyPr wrap="square">
            <a:spAutoFit/>
          </a:bodyPr>
          <a:lstStyle/>
          <a:p>
            <a:pPr marL="457200" indent="-457200">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Passengers will be given a claim tag for every piece of baggage checked-in.</a:t>
            </a:r>
          </a:p>
          <a:p>
            <a:pPr marL="457200" indent="-457200">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Each passenger will be permitted 01 handbag of maximum 07 kgs.</a:t>
            </a:r>
          </a:p>
          <a:p>
            <a:pPr marL="457200" indent="-457200">
              <a:buFont typeface="Wingdings" pitchFamily="2" charset="2"/>
              <a:buChar char="Ø"/>
            </a:pPr>
            <a:r>
              <a:rPr lang="en-US" sz="2500" b="1" dirty="0">
                <a:solidFill>
                  <a:srgbClr val="000099"/>
                </a:solidFill>
                <a:effectLst>
                  <a:outerShdw blurRad="38100" dist="38100" dir="2700000" algn="tl">
                    <a:srgbClr val="000000">
                      <a:alpha val="43137"/>
                    </a:srgbClr>
                  </a:outerShdw>
                </a:effectLst>
                <a:latin typeface="Bookman Old Style" panose="02050604050505020204" pitchFamily="18" charset="0"/>
              </a:rPr>
              <a:t>No extra pouches, sling bags, plastic bags will be permitted.</a:t>
            </a:r>
          </a:p>
          <a:p>
            <a:pPr marL="457200" indent="-457200">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Handbag tags are not cumpulsory.</a:t>
            </a:r>
          </a:p>
          <a:p>
            <a:pPr marL="457200" indent="-457200">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Hajis should ensure that all bags have and identification such as cover number /name / phone number and photograph.</a:t>
            </a:r>
          </a:p>
        </p:txBody>
      </p:sp>
      <p:pic>
        <p:nvPicPr>
          <p:cNvPr id="18" name="Picture 17" descr="IMG_0005.jpg"/>
          <p:cNvPicPr>
            <a:picLocks noChangeAspect="1"/>
          </p:cNvPicPr>
          <p:nvPr/>
        </p:nvPicPr>
        <p:blipFill>
          <a:blip r:embed="rId2" cstate="print"/>
          <a:stretch>
            <a:fillRect/>
          </a:stretch>
        </p:blipFill>
        <p:spPr>
          <a:xfrm>
            <a:off x="9148347" y="2094271"/>
            <a:ext cx="995610" cy="2192594"/>
          </a:xfrm>
          <a:prstGeom prst="rect">
            <a:avLst/>
          </a:prstGeom>
        </p:spPr>
      </p:pic>
      <p:pic>
        <p:nvPicPr>
          <p:cNvPr id="21" name="Picture 1"/>
          <p:cNvPicPr>
            <a:picLocks noChangeAspect="1" noChangeArrowheads="1"/>
          </p:cNvPicPr>
          <p:nvPr/>
        </p:nvPicPr>
        <p:blipFill>
          <a:blip r:embed="rId3"/>
          <a:srcRect/>
          <a:stretch>
            <a:fillRect/>
          </a:stretch>
        </p:blipFill>
        <p:spPr bwMode="auto">
          <a:xfrm>
            <a:off x="8094599" y="4535757"/>
            <a:ext cx="1381280" cy="1372701"/>
          </a:xfrm>
          <a:prstGeom prst="rect">
            <a:avLst/>
          </a:prstGeom>
          <a:noFill/>
          <a:ln w="9525">
            <a:noFill/>
            <a:miter lim="800000"/>
            <a:headEnd/>
            <a:tailEnd/>
          </a:ln>
          <a:effectLst/>
        </p:spPr>
      </p:pic>
      <p:pic>
        <p:nvPicPr>
          <p:cNvPr id="4" name="Picture 3">
            <a:extLst>
              <a:ext uri="{FF2B5EF4-FFF2-40B4-BE49-F238E27FC236}">
                <a16:creationId xmlns:a16="http://schemas.microsoft.com/office/drawing/2014/main" id="{F051CF9B-9563-7B2A-E5C4-7C90F62968D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048328" y="232037"/>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39204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14</a:t>
            </a:fld>
            <a:endParaRPr dirty="0"/>
          </a:p>
        </p:txBody>
      </p:sp>
      <p:sp>
        <p:nvSpPr>
          <p:cNvPr id="2" name="Rectangle 1"/>
          <p:cNvSpPr/>
          <p:nvPr/>
        </p:nvSpPr>
        <p:spPr>
          <a:xfrm>
            <a:off x="1524000" y="131057"/>
            <a:ext cx="7289175" cy="630942"/>
          </a:xfrm>
          <a:prstGeom prst="rect">
            <a:avLst/>
          </a:prstGeom>
        </p:spPr>
        <p:txBody>
          <a:bodyPr wrap="none">
            <a:spAutoFit/>
          </a:bodyPr>
          <a:lstStyle/>
          <a:p>
            <a:r>
              <a:rPr lang="en-US" sz="3000" dirty="0">
                <a:solidFill>
                  <a:srgbClr val="FF0000"/>
                </a:solidFill>
                <a:effectLst>
                  <a:outerShdw blurRad="38100" dist="38100" dir="2700000" algn="tl">
                    <a:srgbClr val="000000">
                      <a:alpha val="43137"/>
                    </a:srgbClr>
                  </a:outerShdw>
                </a:effectLst>
                <a:latin typeface="Bookman Old Style" panose="02050604050505020204" pitchFamily="18" charset="0"/>
              </a:rPr>
              <a:t>06 hours before scheduled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4" name="Rectangle 3"/>
          <p:cNvSpPr/>
          <p:nvPr/>
        </p:nvSpPr>
        <p:spPr>
          <a:xfrm>
            <a:off x="0" y="905136"/>
            <a:ext cx="9920749" cy="477054"/>
          </a:xfrm>
          <a:prstGeom prst="rect">
            <a:avLst/>
          </a:prstGeom>
        </p:spPr>
        <p:txBody>
          <a:bodyPr wrap="square">
            <a:spAutoFit/>
          </a:bodyPr>
          <a:lstStyle/>
          <a:p>
            <a:pPr algn="ctr"/>
            <a:r>
              <a:rPr lang="en-US" sz="2500" dirty="0">
                <a:solidFill>
                  <a:schemeClr val="bg2">
                    <a:lumMod val="50000"/>
                  </a:schemeClr>
                </a:solidFill>
                <a:effectLst>
                  <a:outerShdw blurRad="38100" dist="38100" dir="2700000" algn="tl">
                    <a:srgbClr val="000000">
                      <a:alpha val="43137"/>
                    </a:srgbClr>
                  </a:outerShdw>
                </a:effectLst>
              </a:rPr>
              <a:t> </a:t>
            </a:r>
            <a:r>
              <a:rPr lang="en-US" sz="2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Report at Airport – Wudu, Namaz (Salat) &amp; Ehram</a:t>
            </a:r>
            <a:endParaRPr lang="en-US" sz="2500" dirty="0">
              <a:solidFill>
                <a:schemeClr val="bg2">
                  <a:lumMod val="50000"/>
                </a:schemeClr>
              </a:solidFill>
              <a:latin typeface="Bookman Old Style" panose="02050604050505020204" pitchFamily="18" charset="0"/>
            </a:endParaRPr>
          </a:p>
        </p:txBody>
      </p:sp>
      <p:sp>
        <p:nvSpPr>
          <p:cNvPr id="3" name="Rectangle 2"/>
          <p:cNvSpPr/>
          <p:nvPr/>
        </p:nvSpPr>
        <p:spPr>
          <a:xfrm>
            <a:off x="124257" y="1489532"/>
            <a:ext cx="9920749" cy="2893100"/>
          </a:xfrm>
          <a:prstGeom prst="rect">
            <a:avLst/>
          </a:prstGeom>
        </p:spPr>
        <p:txBody>
          <a:bodyPr wrap="square">
            <a:spAutoFit/>
          </a:bodyPr>
          <a:lstStyle/>
          <a:p>
            <a:pPr marL="457200" indent="-457200">
              <a:buFont typeface="Wingdings" pitchFamily="2" charset="2"/>
              <a:buChar char="Ø"/>
            </a:pPr>
            <a:r>
              <a:rPr lang="en-US" sz="2600" dirty="0">
                <a:effectLst>
                  <a:outerShdw blurRad="38100" dist="38100" dir="2700000" algn="tl">
                    <a:srgbClr val="000000">
                      <a:alpha val="43137"/>
                    </a:srgbClr>
                  </a:outerShdw>
                </a:effectLst>
                <a:latin typeface="Bookman Old Style" panose="02050604050505020204" pitchFamily="18" charset="0"/>
              </a:rPr>
              <a:t>Wudu, Namaz (Salat) and Ehram facilities are available at various airports for passengers who arrive 06 hours before departure.</a:t>
            </a:r>
          </a:p>
          <a:p>
            <a:endParaRPr lang="en-US" sz="2600" dirty="0">
              <a:effectLst>
                <a:outerShdw blurRad="38100" dist="38100" dir="2700000" algn="tl">
                  <a:srgbClr val="000000">
                    <a:alpha val="43137"/>
                  </a:srgbClr>
                </a:outerShdw>
              </a:effectLst>
            </a:endParaRPr>
          </a:p>
          <a:p>
            <a:pPr marL="457200" indent="-457200">
              <a:buFont typeface="Wingdings" pitchFamily="2" charset="2"/>
              <a:buChar char="Ø"/>
            </a:pPr>
            <a:r>
              <a:rPr lang="en-US" sz="2600" dirty="0">
                <a:effectLst>
                  <a:outerShdw blurRad="38100" dist="38100" dir="2700000" algn="tl">
                    <a:srgbClr val="000000">
                      <a:alpha val="43137"/>
                    </a:srgbClr>
                  </a:outerShdw>
                </a:effectLst>
                <a:latin typeface="Bookman Old Style" panose="02050604050505020204" pitchFamily="18" charset="0"/>
              </a:rPr>
              <a:t>It would be advisable if Hajis completed their Wudu, Namaz and Ehram before arriving at the airport to avoid lines for wudu and toilets.</a:t>
            </a:r>
          </a:p>
        </p:txBody>
      </p:sp>
      <p:pic>
        <p:nvPicPr>
          <p:cNvPr id="6" name="Picture 5" descr="1PKX97CAS2KWV9CA2G2FRNCAHDNLU4CA0YY8UACAJ0GPUYCAXEAHMRCA2VD7WPCAA0X63FCAPYTDKXCAFNNGWACAWIKYQZCAORR7CACAFKUNFVCAMP94YACA6GILSUCARR0KZICAHPCPV2CA621H2MCAJIHUZR.jpg"/>
          <p:cNvPicPr>
            <a:picLocks noChangeAspect="1"/>
          </p:cNvPicPr>
          <p:nvPr/>
        </p:nvPicPr>
        <p:blipFill>
          <a:blip r:embed="rId2" cstate="print"/>
          <a:stretch>
            <a:fillRect/>
          </a:stretch>
        </p:blipFill>
        <p:spPr>
          <a:xfrm>
            <a:off x="234228" y="4286434"/>
            <a:ext cx="2579543" cy="1934657"/>
          </a:xfrm>
          <a:prstGeom prst="rect">
            <a:avLst/>
          </a:prstGeom>
        </p:spPr>
      </p:pic>
      <p:pic>
        <p:nvPicPr>
          <p:cNvPr id="7" name="Picture 6" descr="YRCH2JCA577O9MCAFEEDR6CA3O3Q30CAZ2W2JYCA396LEICAGHK0PQCALFL2H2CARTSXT1CA4B4EACCAWMB26BCAFZT0VACAGRJ20WCAJ8V7ZDCAVQQPZ0CA6CYDEGCA92NCUECAR057VZCAOPFOVXCAILOIGB.jpg"/>
          <p:cNvPicPr>
            <a:picLocks noChangeAspect="1"/>
          </p:cNvPicPr>
          <p:nvPr/>
        </p:nvPicPr>
        <p:blipFill>
          <a:blip r:embed="rId3" cstate="print"/>
          <a:stretch>
            <a:fillRect/>
          </a:stretch>
        </p:blipFill>
        <p:spPr>
          <a:xfrm>
            <a:off x="3269679" y="4304803"/>
            <a:ext cx="1151302" cy="1937039"/>
          </a:xfrm>
          <a:prstGeom prst="rect">
            <a:avLst/>
          </a:prstGeom>
        </p:spPr>
      </p:pic>
      <p:pic>
        <p:nvPicPr>
          <p:cNvPr id="8" name="Picture 7" descr="AB3Y11CAP9MBYFCAYKQJFVCAP43LNICAT10RU2CAW4D81PCAMW763QCAC1CJ7TCA1YM7SBCAV7ZTT1CACW5XMDCA4I3J6GCAUBQGQ1CA8FRF6SCACZDU7NCA3C8EROCA9EJ53PCADOHBO6CAB68BTSCADUY823.jpg"/>
          <p:cNvPicPr>
            <a:picLocks noChangeAspect="1"/>
          </p:cNvPicPr>
          <p:nvPr/>
        </p:nvPicPr>
        <p:blipFill>
          <a:blip r:embed="rId4" cstate="print"/>
          <a:stretch>
            <a:fillRect/>
          </a:stretch>
        </p:blipFill>
        <p:spPr>
          <a:xfrm>
            <a:off x="4609989" y="4480569"/>
            <a:ext cx="2050473" cy="1938251"/>
          </a:xfrm>
          <a:prstGeom prst="rect">
            <a:avLst/>
          </a:prstGeom>
        </p:spPr>
      </p:pic>
      <p:pic>
        <p:nvPicPr>
          <p:cNvPr id="9" name="Picture 8" descr="imagesCA0OWIB7.jpg"/>
          <p:cNvPicPr>
            <a:picLocks noChangeAspect="1"/>
          </p:cNvPicPr>
          <p:nvPr/>
        </p:nvPicPr>
        <p:blipFill>
          <a:blip r:embed="rId5" cstate="print"/>
          <a:stretch>
            <a:fillRect/>
          </a:stretch>
        </p:blipFill>
        <p:spPr>
          <a:xfrm>
            <a:off x="7100707" y="4525769"/>
            <a:ext cx="2466975" cy="1847850"/>
          </a:xfrm>
          <a:prstGeom prst="rect">
            <a:avLst/>
          </a:prstGeom>
        </p:spPr>
      </p:pic>
      <p:pic>
        <p:nvPicPr>
          <p:cNvPr id="10" name="Picture 9">
            <a:extLst>
              <a:ext uri="{FF2B5EF4-FFF2-40B4-BE49-F238E27FC236}">
                <a16:creationId xmlns:a16="http://schemas.microsoft.com/office/drawing/2014/main" id="{731FD00B-98B7-A2DD-C615-ABE7703F088E}"/>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9567682" y="17755"/>
            <a:ext cx="2440087" cy="1441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994172"/>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15</a:t>
            </a:fld>
            <a:endParaRPr dirty="0"/>
          </a:p>
        </p:txBody>
      </p:sp>
      <p:sp>
        <p:nvSpPr>
          <p:cNvPr id="2" name="Rectangle 1"/>
          <p:cNvSpPr/>
          <p:nvPr/>
        </p:nvSpPr>
        <p:spPr>
          <a:xfrm>
            <a:off x="1125795" y="114853"/>
            <a:ext cx="845616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04 hours before scheduled departure</a:t>
            </a:r>
            <a:r>
              <a:rPr lang="en-US" sz="3500" dirty="0">
                <a:solidFill>
                  <a:srgbClr val="FF0000"/>
                </a:solidFill>
                <a:effectLst>
                  <a:outerShdw blurRad="38100" dist="38100" dir="2700000" algn="tl">
                    <a:srgbClr val="000000">
                      <a:alpha val="43137"/>
                    </a:srgbClr>
                  </a:outerShdw>
                </a:effectLst>
              </a:rPr>
              <a:t>.</a:t>
            </a:r>
            <a:endParaRPr lang="en-US" sz="3500" dirty="0">
              <a:solidFill>
                <a:srgbClr val="FF0000"/>
              </a:solidFill>
            </a:endParaRPr>
          </a:p>
        </p:txBody>
      </p:sp>
      <p:sp>
        <p:nvSpPr>
          <p:cNvPr id="10" name="Rectangle 9"/>
          <p:cNvSpPr/>
          <p:nvPr/>
        </p:nvSpPr>
        <p:spPr>
          <a:xfrm>
            <a:off x="-108155" y="693717"/>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Immigrations / Security</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641343" y="1264664"/>
            <a:ext cx="8496944" cy="5509200"/>
          </a:xfrm>
          <a:prstGeom prst="rect">
            <a:avLst/>
          </a:prstGeom>
        </p:spPr>
        <p:txBody>
          <a:bodyPr wrap="square">
            <a:spAutoFit/>
          </a:bodyPr>
          <a:lstStyle/>
          <a:p>
            <a:pPr marL="339725" indent="-339725">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Hajis should now proceed for Immigrations.</a:t>
            </a:r>
          </a:p>
          <a:p>
            <a:pPr marL="339725" indent="-339725">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Separate queues will be maintained for ladies &amp; gents.</a:t>
            </a:r>
          </a:p>
          <a:p>
            <a:pPr marL="339725" indent="-339725">
              <a:buFont typeface="Wingdings" pitchFamily="2" charset="2"/>
              <a:buChar char="Ø"/>
            </a:pPr>
            <a:endParaRPr lang="en-US" sz="3200" dirty="0">
              <a:effectLst>
                <a:outerShdw blurRad="38100" dist="38100" dir="2700000" algn="tl">
                  <a:srgbClr val="000000">
                    <a:alpha val="43137"/>
                  </a:srgbClr>
                </a:outerShdw>
              </a:effectLst>
              <a:latin typeface="Bookman Old Style" panose="02050604050505020204" pitchFamily="18" charset="0"/>
            </a:endParaRPr>
          </a:p>
          <a:p>
            <a:pPr marL="339725" indent="-339725">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In security Hajis should ensure that spring balance scale / knives / blades / umbrellas / metal chairs / utensils / Zamzam are not present in handbag.</a:t>
            </a:r>
          </a:p>
          <a:p>
            <a:pPr marL="339725" indent="-339725">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No metals / coins will be permitted on </a:t>
            </a:r>
            <a:r>
              <a:rPr lang="en-US" sz="3200" dirty="0" err="1">
                <a:effectLst>
                  <a:outerShdw blurRad="38100" dist="38100" dir="2700000" algn="tl">
                    <a:srgbClr val="000000">
                      <a:alpha val="43137"/>
                    </a:srgbClr>
                  </a:outerShdw>
                </a:effectLst>
                <a:latin typeface="Bookman Old Style" panose="02050604050505020204" pitchFamily="18" charset="0"/>
              </a:rPr>
              <a:t>pax</a:t>
            </a:r>
            <a:r>
              <a:rPr lang="en-US" sz="3200" dirty="0">
                <a:effectLst>
                  <a:outerShdw blurRad="38100" dist="38100" dir="2700000" algn="tl">
                    <a:srgbClr val="000000">
                      <a:alpha val="43137"/>
                    </a:srgbClr>
                  </a:outerShdw>
                </a:effectLst>
                <a:latin typeface="Bookman Old Style" panose="02050604050505020204" pitchFamily="18" charset="0"/>
              </a:rPr>
              <a:t> body.</a:t>
            </a:r>
          </a:p>
        </p:txBody>
      </p:sp>
      <p:pic>
        <p:nvPicPr>
          <p:cNvPr id="4" name="Picture 3">
            <a:extLst>
              <a:ext uri="{FF2B5EF4-FFF2-40B4-BE49-F238E27FC236}">
                <a16:creationId xmlns:a16="http://schemas.microsoft.com/office/drawing/2014/main" id="{4B2AA6BC-9ED8-971D-83CF-70057585CCE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05161" y="322846"/>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59259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16</a:t>
            </a:fld>
            <a:endParaRPr dirty="0"/>
          </a:p>
        </p:txBody>
      </p:sp>
      <p:sp>
        <p:nvSpPr>
          <p:cNvPr id="2" name="Rectangle 1"/>
          <p:cNvSpPr/>
          <p:nvPr/>
        </p:nvSpPr>
        <p:spPr>
          <a:xfrm>
            <a:off x="368710" y="64690"/>
            <a:ext cx="847219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04 hours before scheduled departure.</a:t>
            </a:r>
            <a:endParaRPr lang="en-US" sz="3500" dirty="0">
              <a:solidFill>
                <a:srgbClr val="FF0000"/>
              </a:solidFill>
              <a:latin typeface="Bookman Old Style" panose="02050604050505020204" pitchFamily="18" charset="0"/>
            </a:endParaRPr>
          </a:p>
        </p:txBody>
      </p:sp>
      <p:sp>
        <p:nvSpPr>
          <p:cNvPr id="10" name="Rectangle 9"/>
          <p:cNvSpPr/>
          <p:nvPr/>
        </p:nvSpPr>
        <p:spPr>
          <a:xfrm>
            <a:off x="117987" y="663926"/>
            <a:ext cx="9144000" cy="553998"/>
          </a:xfrm>
          <a:prstGeom prst="rect">
            <a:avLst/>
          </a:prstGeom>
        </p:spPr>
        <p:txBody>
          <a:bodyPr wrap="square">
            <a:spAutoFit/>
          </a:bodyPr>
          <a:lstStyle/>
          <a:p>
            <a:pPr algn="ctr"/>
            <a:r>
              <a:rPr lang="en-US" sz="30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Foreign Exchange</a:t>
            </a:r>
            <a:r>
              <a:rPr lang="fr-FR" sz="30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 / Security</a:t>
            </a:r>
            <a:r>
              <a:rPr lang="en-US" sz="30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 &amp; Snack Box.</a:t>
            </a:r>
            <a:endParaRPr lang="en-US" sz="3000" dirty="0">
              <a:solidFill>
                <a:schemeClr val="bg2">
                  <a:lumMod val="50000"/>
                </a:schemeClr>
              </a:solidFill>
              <a:latin typeface="Bookman Old Style" panose="02050604050505020204" pitchFamily="18" charset="0"/>
            </a:endParaRPr>
          </a:p>
        </p:txBody>
      </p:sp>
      <p:sp>
        <p:nvSpPr>
          <p:cNvPr id="3" name="Rectangle 2"/>
          <p:cNvSpPr/>
          <p:nvPr/>
        </p:nvSpPr>
        <p:spPr>
          <a:xfrm>
            <a:off x="225834" y="1334327"/>
            <a:ext cx="9134475" cy="1384995"/>
          </a:xfrm>
          <a:prstGeom prst="rect">
            <a:avLst/>
          </a:prstGeom>
        </p:spPr>
        <p:txBody>
          <a:bodyPr wrap="square">
            <a:spAutoFit/>
          </a:bodyPr>
          <a:lstStyle/>
          <a:p>
            <a:pPr marL="342900" indent="-342900">
              <a:buFont typeface="Wingdings" pitchFamily="2" charset="2"/>
              <a:buChar char="Ø"/>
            </a:pPr>
            <a:r>
              <a:rPr lang="en-US" sz="2800" dirty="0">
                <a:effectLst>
                  <a:outerShdw blurRad="38100" dist="38100" dir="2700000" algn="tl">
                    <a:srgbClr val="000000">
                      <a:alpha val="43137"/>
                    </a:srgbClr>
                  </a:outerShdw>
                </a:effectLst>
                <a:latin typeface="Bookman Old Style" panose="02050604050505020204" pitchFamily="18" charset="0"/>
              </a:rPr>
              <a:t>Hajis should now collect their foreign exchange and proceed for CISF Security.</a:t>
            </a:r>
          </a:p>
          <a:p>
            <a:pPr marL="342900" indent="-342900">
              <a:buFont typeface="Wingdings" pitchFamily="2" charset="2"/>
              <a:buChar char="Ø"/>
            </a:pPr>
            <a:r>
              <a:rPr lang="en-US" sz="2800" dirty="0">
                <a:effectLst>
                  <a:outerShdw blurRad="38100" dist="38100" dir="2700000" algn="tl">
                    <a:srgbClr val="000000">
                      <a:alpha val="43137"/>
                    </a:srgbClr>
                  </a:outerShdw>
                </a:effectLst>
                <a:latin typeface="Bookman Old Style" panose="02050604050505020204" pitchFamily="18" charset="0"/>
              </a:rPr>
              <a:t>Separate queues are maintained for Hajis.</a:t>
            </a:r>
          </a:p>
        </p:txBody>
      </p:sp>
      <p:pic>
        <p:nvPicPr>
          <p:cNvPr id="11" name="Picture 10" descr="G11XDYCAWTYHPBCAZ87R9RCAU4RUJ6CAXWIJBLCAVOOCKSCAGM1OV5CAOQ724PCADCOM55CAG30IXWCAY5NNL6CA6D04CMCAOADC9NCA0X9OMACAP6YQ88CAMVMLE0CA6402Y9CAO299Z1CAR2WU73CA42FBPW.jpg"/>
          <p:cNvPicPr>
            <a:picLocks noChangeAspect="1"/>
          </p:cNvPicPr>
          <p:nvPr/>
        </p:nvPicPr>
        <p:blipFill>
          <a:blip r:embed="rId2" cstate="print"/>
          <a:stretch>
            <a:fillRect/>
          </a:stretch>
        </p:blipFill>
        <p:spPr>
          <a:xfrm>
            <a:off x="938533" y="2791939"/>
            <a:ext cx="1991730" cy="2693479"/>
          </a:xfrm>
          <a:prstGeom prst="rect">
            <a:avLst/>
          </a:prstGeom>
        </p:spPr>
      </p:pic>
      <p:pic>
        <p:nvPicPr>
          <p:cNvPr id="12" name="Picture 11" descr="20120415_091430.jpg"/>
          <p:cNvPicPr>
            <a:picLocks noChangeAspect="1"/>
          </p:cNvPicPr>
          <p:nvPr/>
        </p:nvPicPr>
        <p:blipFill>
          <a:blip r:embed="rId3" cstate="print"/>
          <a:stretch>
            <a:fillRect/>
          </a:stretch>
        </p:blipFill>
        <p:spPr>
          <a:xfrm>
            <a:off x="3897734" y="2799275"/>
            <a:ext cx="4850518" cy="2743200"/>
          </a:xfrm>
          <a:prstGeom prst="rect">
            <a:avLst/>
          </a:prstGeom>
        </p:spPr>
      </p:pic>
      <p:sp>
        <p:nvSpPr>
          <p:cNvPr id="4" name="Rectangle 3"/>
          <p:cNvSpPr/>
          <p:nvPr/>
        </p:nvSpPr>
        <p:spPr>
          <a:xfrm>
            <a:off x="225834" y="5558035"/>
            <a:ext cx="9134475" cy="1692771"/>
          </a:xfrm>
          <a:prstGeom prst="rect">
            <a:avLst/>
          </a:prstGeom>
        </p:spPr>
        <p:txBody>
          <a:bodyPr wrap="square">
            <a:spAutoFit/>
          </a:bodyPr>
          <a:lstStyle/>
          <a:p>
            <a:pPr marL="457200" indent="-457200">
              <a:buFont typeface="Wingdings" pitchFamily="2" charset="2"/>
              <a:buChar char="Ø"/>
            </a:pPr>
            <a:r>
              <a:rPr lang="en-US" sz="2600" dirty="0">
                <a:effectLst>
                  <a:outerShdw blurRad="38100" dist="38100" dir="2700000" algn="tl">
                    <a:srgbClr val="000000">
                      <a:alpha val="43137"/>
                    </a:srgbClr>
                  </a:outerShdw>
                </a:effectLst>
                <a:latin typeface="Bookman Old Style" panose="02050604050505020204" pitchFamily="18" charset="0"/>
              </a:rPr>
              <a:t>After security Hajis can wait in the security holding area</a:t>
            </a:r>
            <a:r>
              <a:rPr lang="en-US" sz="2600" dirty="0">
                <a:effectLst>
                  <a:outerShdw blurRad="38100" dist="38100" dir="2700000" algn="tl">
                    <a:srgbClr val="000000">
                      <a:alpha val="43137"/>
                    </a:srgbClr>
                  </a:outerShdw>
                </a:effectLst>
              </a:rPr>
              <a:t>.</a:t>
            </a:r>
          </a:p>
          <a:p>
            <a:endParaRPr lang="en-US" sz="2600" dirty="0">
              <a:effectLst>
                <a:outerShdw blurRad="38100" dist="38100" dir="2700000" algn="tl">
                  <a:srgbClr val="000000">
                    <a:alpha val="43137"/>
                  </a:srgbClr>
                </a:outerShdw>
              </a:effectLst>
            </a:endParaRPr>
          </a:p>
          <a:p>
            <a:endParaRPr lang="en-US" sz="2600" dirty="0">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973E8D0A-78B1-8F22-F599-863037E62A0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952448"/>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17</a:t>
            </a:fld>
            <a:endParaRPr dirty="0"/>
          </a:p>
        </p:txBody>
      </p:sp>
      <p:sp>
        <p:nvSpPr>
          <p:cNvPr id="2" name="Rectangle 1"/>
          <p:cNvSpPr/>
          <p:nvPr/>
        </p:nvSpPr>
        <p:spPr>
          <a:xfrm>
            <a:off x="406088" y="204060"/>
            <a:ext cx="845616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03 hours before scheduled departure</a:t>
            </a:r>
            <a:r>
              <a:rPr lang="en-US" sz="3500" dirty="0">
                <a:solidFill>
                  <a:srgbClr val="FF0000"/>
                </a:solidFill>
                <a:effectLst>
                  <a:outerShdw blurRad="38100" dist="38100" dir="2700000" algn="tl">
                    <a:srgbClr val="000000">
                      <a:alpha val="43137"/>
                    </a:srgbClr>
                  </a:outerShdw>
                </a:effectLst>
              </a:rPr>
              <a:t>.</a:t>
            </a:r>
            <a:endParaRPr lang="en-US" sz="3500" dirty="0">
              <a:solidFill>
                <a:srgbClr val="FF0000"/>
              </a:solidFill>
            </a:endParaRPr>
          </a:p>
        </p:txBody>
      </p:sp>
      <p:sp>
        <p:nvSpPr>
          <p:cNvPr id="10" name="Rectangle 9"/>
          <p:cNvSpPr/>
          <p:nvPr/>
        </p:nvSpPr>
        <p:spPr>
          <a:xfrm>
            <a:off x="-281751" y="719245"/>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Immigrations / Customs</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1524000" y="1563060"/>
            <a:ext cx="9134475" cy="1138773"/>
          </a:xfrm>
          <a:prstGeom prst="rect">
            <a:avLst/>
          </a:prstGeom>
        </p:spPr>
        <p:txBody>
          <a:bodyPr wrap="square">
            <a:spAutoFit/>
          </a:bodyPr>
          <a:lstStyle/>
          <a:p>
            <a:pPr>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Hajis should now proceed for Immigrations / Customs.</a:t>
            </a:r>
          </a:p>
          <a:p>
            <a:pPr>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Separate queues will be maintained Hajis</a:t>
            </a:r>
          </a:p>
          <a:p>
            <a:pPr>
              <a:buFont typeface="Wingdings" pitchFamily="2" charset="2"/>
              <a:buChar char="Ø"/>
            </a:pPr>
            <a:endParaRPr lang="en-US" sz="2800" dirty="0">
              <a:effectLst>
                <a:outerShdw blurRad="38100" dist="38100" dir="2700000" algn="tl">
                  <a:srgbClr val="000000">
                    <a:alpha val="43137"/>
                  </a:srgbClr>
                </a:outerShdw>
              </a:effectLst>
            </a:endParaRPr>
          </a:p>
        </p:txBody>
      </p:sp>
      <p:pic>
        <p:nvPicPr>
          <p:cNvPr id="9" name="Picture 8" descr="untit.bmp"/>
          <p:cNvPicPr>
            <a:picLocks noChangeAspect="1"/>
          </p:cNvPicPr>
          <p:nvPr/>
        </p:nvPicPr>
        <p:blipFill>
          <a:blip r:embed="rId2" cstate="print"/>
          <a:stretch>
            <a:fillRect/>
          </a:stretch>
        </p:blipFill>
        <p:spPr>
          <a:xfrm>
            <a:off x="1726193" y="2399809"/>
            <a:ext cx="4302366" cy="3222621"/>
          </a:xfrm>
          <a:prstGeom prst="rect">
            <a:avLst/>
          </a:prstGeom>
        </p:spPr>
      </p:pic>
      <p:pic>
        <p:nvPicPr>
          <p:cNvPr id="13" name="Picture 12" descr="20120415_091116.JPG"/>
          <p:cNvPicPr>
            <a:picLocks noChangeAspect="1"/>
          </p:cNvPicPr>
          <p:nvPr/>
        </p:nvPicPr>
        <p:blipFill>
          <a:blip r:embed="rId3" cstate="print"/>
          <a:stretch>
            <a:fillRect/>
          </a:stretch>
        </p:blipFill>
        <p:spPr>
          <a:xfrm>
            <a:off x="6089851" y="2388235"/>
            <a:ext cx="4340505" cy="3204799"/>
          </a:xfrm>
          <a:prstGeom prst="rect">
            <a:avLst/>
          </a:prstGeom>
        </p:spPr>
      </p:pic>
      <p:pic>
        <p:nvPicPr>
          <p:cNvPr id="4" name="Picture 3">
            <a:extLst>
              <a:ext uri="{FF2B5EF4-FFF2-40B4-BE49-F238E27FC236}">
                <a16:creationId xmlns:a16="http://schemas.microsoft.com/office/drawing/2014/main" id="{4DD3409A-7DF6-44DE-9CA9-8B178663344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824187"/>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18</a:t>
            </a:fld>
            <a:endParaRPr dirty="0"/>
          </a:p>
        </p:txBody>
      </p:sp>
      <p:sp>
        <p:nvSpPr>
          <p:cNvPr id="6" name="Rectangle 5"/>
          <p:cNvSpPr/>
          <p:nvPr/>
        </p:nvSpPr>
        <p:spPr>
          <a:xfrm>
            <a:off x="2354825" y="94891"/>
            <a:ext cx="5564344"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Security restricted items</a:t>
            </a:r>
            <a:endParaRPr lang="en-US" sz="3500" dirty="0">
              <a:solidFill>
                <a:srgbClr val="FF0000"/>
              </a:solidFill>
              <a:latin typeface="Bookman Old Style" panose="02050604050505020204" pitchFamily="18" charset="0"/>
            </a:endParaRPr>
          </a:p>
        </p:txBody>
      </p:sp>
      <p:sp>
        <p:nvSpPr>
          <p:cNvPr id="8" name="Rectangle 7"/>
          <p:cNvSpPr/>
          <p:nvPr/>
        </p:nvSpPr>
        <p:spPr>
          <a:xfrm>
            <a:off x="1614088" y="980729"/>
            <a:ext cx="8963827" cy="4801314"/>
          </a:xfrm>
          <a:prstGeom prst="rect">
            <a:avLst/>
          </a:prstGeom>
        </p:spPr>
        <p:txBody>
          <a:bodyPr wrap="square">
            <a:spAutoFit/>
          </a:bodyPr>
          <a:lstStyle/>
          <a:p>
            <a:pPr marL="285750" indent="-285750">
              <a:buFont typeface="Wingdings" pitchFamily="2" charset="2"/>
              <a:buChar char="Ø"/>
            </a:pPr>
            <a:r>
              <a:rPr lang="en-US" sz="3000" b="1" dirty="0">
                <a:latin typeface="Bookman Old Style" panose="02050604050505020204" pitchFamily="18" charset="0"/>
              </a:rPr>
              <a:t>Match Boxes / Cigarette Lighters</a:t>
            </a:r>
          </a:p>
          <a:p>
            <a:pPr marL="285750" indent="-285750">
              <a:buFont typeface="Wingdings" pitchFamily="2" charset="2"/>
              <a:buChar char="Ø"/>
            </a:pPr>
            <a:r>
              <a:rPr lang="en-US" sz="3000" b="1" dirty="0">
                <a:latin typeface="Bookman Old Style" panose="02050604050505020204" pitchFamily="18" charset="0"/>
              </a:rPr>
              <a:t>Stoves</a:t>
            </a:r>
          </a:p>
          <a:p>
            <a:pPr marL="285750" indent="-285750">
              <a:buFont typeface="Wingdings" pitchFamily="2" charset="2"/>
              <a:buChar char="Ø"/>
            </a:pPr>
            <a:r>
              <a:rPr lang="en-US" sz="3000" b="1" u="sng" dirty="0">
                <a:solidFill>
                  <a:srgbClr val="000099"/>
                </a:solidFill>
                <a:latin typeface="Bookman Old Style" panose="02050604050505020204" pitchFamily="18" charset="0"/>
              </a:rPr>
              <a:t>Power Banks</a:t>
            </a:r>
          </a:p>
          <a:p>
            <a:pPr marL="285750" indent="-285750">
              <a:buFont typeface="Wingdings" pitchFamily="2" charset="2"/>
              <a:buChar char="Ø"/>
            </a:pPr>
            <a:r>
              <a:rPr lang="en-US" sz="3000" b="1" u="sng" dirty="0">
                <a:solidFill>
                  <a:srgbClr val="000099"/>
                </a:solidFill>
                <a:latin typeface="Bookman Old Style" panose="02050604050505020204" pitchFamily="18" charset="0"/>
              </a:rPr>
              <a:t>Smart Luggage</a:t>
            </a:r>
          </a:p>
          <a:p>
            <a:pPr marL="285750" indent="-285750">
              <a:buFont typeface="Wingdings" pitchFamily="2" charset="2"/>
              <a:buChar char="Ø"/>
            </a:pPr>
            <a:r>
              <a:rPr lang="en-US" sz="3000" b="1" dirty="0">
                <a:latin typeface="Bookman Old Style" panose="02050604050505020204" pitchFamily="18" charset="0"/>
              </a:rPr>
              <a:t>Cooking Fuel</a:t>
            </a:r>
          </a:p>
          <a:p>
            <a:pPr marL="285750" indent="-285750">
              <a:buFont typeface="Wingdings" pitchFamily="2" charset="2"/>
              <a:buChar char="Ø"/>
            </a:pPr>
            <a:r>
              <a:rPr lang="en-US" sz="3000" b="1" dirty="0">
                <a:latin typeface="Bookman Old Style" panose="02050604050505020204" pitchFamily="18" charset="0"/>
              </a:rPr>
              <a:t>Kerosene / Coal</a:t>
            </a:r>
          </a:p>
          <a:p>
            <a:pPr marL="285750" indent="-285750">
              <a:buFont typeface="Wingdings" pitchFamily="2" charset="2"/>
              <a:buChar char="Ø"/>
            </a:pPr>
            <a:r>
              <a:rPr lang="en-US" sz="3000" b="1" dirty="0">
                <a:latin typeface="Bookman Old Style" panose="02050604050505020204" pitchFamily="18" charset="0"/>
              </a:rPr>
              <a:t>Oil / Oily food in large Quantities</a:t>
            </a:r>
          </a:p>
          <a:p>
            <a:pPr marL="285750" indent="-285750">
              <a:buFont typeface="Wingdings" pitchFamily="2" charset="2"/>
              <a:buChar char="Ø"/>
            </a:pPr>
            <a:r>
              <a:rPr lang="en-US" sz="3000" b="1" dirty="0">
                <a:latin typeface="Bookman Old Style" panose="02050604050505020204" pitchFamily="18" charset="0"/>
              </a:rPr>
              <a:t>Honey / Dry Coconut</a:t>
            </a:r>
          </a:p>
          <a:p>
            <a:pPr marL="285750" indent="-285750">
              <a:buFont typeface="Wingdings" pitchFamily="2" charset="2"/>
              <a:buChar char="Ø"/>
            </a:pPr>
            <a:r>
              <a:rPr lang="en-US" sz="3000" b="1" dirty="0">
                <a:latin typeface="Bookman Old Style" panose="02050604050505020204" pitchFamily="18" charset="0"/>
              </a:rPr>
              <a:t>Tobacco and Tobacco products</a:t>
            </a:r>
          </a:p>
          <a:p>
            <a:pPr marL="285750" indent="-285750">
              <a:buFont typeface="Wingdings" pitchFamily="2" charset="2"/>
              <a:buChar char="Ø"/>
            </a:pPr>
            <a:r>
              <a:rPr lang="en-US" sz="3000" b="1" dirty="0">
                <a:latin typeface="Bookman Old Style" panose="02050604050505020204" pitchFamily="18" charset="0"/>
              </a:rPr>
              <a:t>Goods in commercial quantities…..etc</a:t>
            </a:r>
            <a:r>
              <a:rPr lang="en-US" sz="3600" b="1" dirty="0"/>
              <a:t>.</a:t>
            </a:r>
            <a:endParaRPr lang="en-US" sz="3600" dirty="0"/>
          </a:p>
        </p:txBody>
      </p:sp>
      <p:pic>
        <p:nvPicPr>
          <p:cNvPr id="17" name="Picture 16" descr="untitl.png"/>
          <p:cNvPicPr>
            <a:picLocks noChangeAspect="1"/>
          </p:cNvPicPr>
          <p:nvPr/>
        </p:nvPicPr>
        <p:blipFill>
          <a:blip r:embed="rId2" cstate="print"/>
          <a:stretch>
            <a:fillRect/>
          </a:stretch>
        </p:blipFill>
        <p:spPr>
          <a:xfrm>
            <a:off x="6312310" y="1538136"/>
            <a:ext cx="3578942" cy="2105345"/>
          </a:xfrm>
          <a:prstGeom prst="rect">
            <a:avLst/>
          </a:prstGeom>
        </p:spPr>
      </p:pic>
      <p:pic>
        <p:nvPicPr>
          <p:cNvPr id="2" name="Picture 1">
            <a:extLst>
              <a:ext uri="{FF2B5EF4-FFF2-40B4-BE49-F238E27FC236}">
                <a16:creationId xmlns:a16="http://schemas.microsoft.com/office/drawing/2014/main" id="{D91C1696-208D-6849-D172-8F69050E94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83705" y="48241"/>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13731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19</a:t>
            </a:fld>
            <a:endParaRPr dirty="0"/>
          </a:p>
        </p:txBody>
      </p:sp>
      <p:sp>
        <p:nvSpPr>
          <p:cNvPr id="2" name="Rectangle 1"/>
          <p:cNvSpPr/>
          <p:nvPr/>
        </p:nvSpPr>
        <p:spPr>
          <a:xfrm>
            <a:off x="1523999" y="54858"/>
            <a:ext cx="8298427" cy="630942"/>
          </a:xfrm>
          <a:prstGeom prst="rect">
            <a:avLst/>
          </a:prstGeom>
        </p:spPr>
        <p:txBody>
          <a:bodyPr wrap="square">
            <a:spAutoFit/>
          </a:bodyPr>
          <a:lstStyle/>
          <a:p>
            <a:r>
              <a:rPr lang="en-US" sz="3000" dirty="0">
                <a:solidFill>
                  <a:srgbClr val="FF0000"/>
                </a:solidFill>
                <a:effectLst>
                  <a:outerShdw blurRad="38100" dist="38100" dir="2700000" algn="tl">
                    <a:srgbClr val="000000">
                      <a:alpha val="43137"/>
                    </a:srgbClr>
                  </a:outerShdw>
                </a:effectLst>
                <a:latin typeface="Bookman Old Style" panose="02050604050505020204" pitchFamily="18" charset="0"/>
              </a:rPr>
              <a:t>01 hours before scheduled departure</a:t>
            </a:r>
            <a:r>
              <a:rPr lang="en-US" sz="3500" dirty="0">
                <a:solidFill>
                  <a:srgbClr val="FF0000"/>
                </a:solidFill>
                <a:effectLst>
                  <a:outerShdw blurRad="38100" dist="38100" dir="2700000" algn="tl">
                    <a:srgbClr val="000000">
                      <a:alpha val="43137"/>
                    </a:srgbClr>
                  </a:outerShdw>
                </a:effectLst>
              </a:rPr>
              <a:t>.</a:t>
            </a:r>
            <a:endParaRPr lang="en-US" sz="3500" dirty="0">
              <a:solidFill>
                <a:srgbClr val="FF0000"/>
              </a:solidFill>
            </a:endParaRPr>
          </a:p>
        </p:txBody>
      </p:sp>
      <p:sp>
        <p:nvSpPr>
          <p:cNvPr id="10" name="Rectangle 9"/>
          <p:cNvSpPr/>
          <p:nvPr/>
        </p:nvSpPr>
        <p:spPr>
          <a:xfrm>
            <a:off x="-314633" y="7583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Boarding commences</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1446911" y="1709025"/>
            <a:ext cx="9655277" cy="1084721"/>
          </a:xfrm>
          <a:prstGeom prst="rect">
            <a:avLst/>
          </a:prstGeom>
        </p:spPr>
        <p:txBody>
          <a:bodyPr wrap="square">
            <a:spAutoFit/>
          </a:bodyPr>
          <a:lstStyle/>
          <a:p>
            <a:pPr lvl="0" algn="ctr" fontAlgn="base">
              <a:lnSpc>
                <a:spcPct val="130000"/>
              </a:lnSpc>
              <a:spcBef>
                <a:spcPct val="20000"/>
              </a:spcBef>
              <a:spcAft>
                <a:spcPct val="0"/>
              </a:spcAft>
              <a:buClr>
                <a:schemeClr val="accent2"/>
              </a:buClr>
              <a:buSzPct val="80000"/>
              <a:defRPr/>
            </a:pPr>
            <a:r>
              <a:rPr lang="en-US" sz="2600" kern="0" dirty="0">
                <a:effectLst>
                  <a:outerShdw blurRad="38100" dist="38100" dir="2700000" algn="tl">
                    <a:srgbClr val="000000">
                      <a:alpha val="43137"/>
                    </a:srgbClr>
                  </a:outerShdw>
                </a:effectLst>
                <a:latin typeface="Bookman Old Style" panose="02050604050505020204" pitchFamily="18" charset="0"/>
                <a:cs typeface="Arial" pitchFamily="34" charset="0"/>
              </a:rPr>
              <a:t>During boarding all Hajis should sit according to their seat numbers and follow instructions given by the crew.</a:t>
            </a:r>
          </a:p>
        </p:txBody>
      </p:sp>
      <p:pic>
        <p:nvPicPr>
          <p:cNvPr id="12" name="Picture 2" descr="http://ts4.mm.bing.net/th?id=H.5007090986321131&amp;pid=15.1&amp;H=108&amp;W=160"/>
          <p:cNvPicPr>
            <a:picLocks noChangeAspect="1" noChangeArrowheads="1"/>
          </p:cNvPicPr>
          <p:nvPr/>
        </p:nvPicPr>
        <p:blipFill>
          <a:blip r:embed="rId2"/>
          <a:srcRect/>
          <a:stretch>
            <a:fillRect/>
          </a:stretch>
        </p:blipFill>
        <p:spPr bwMode="auto">
          <a:xfrm>
            <a:off x="1493309" y="3534067"/>
            <a:ext cx="4258770" cy="2874672"/>
          </a:xfrm>
          <a:prstGeom prst="rect">
            <a:avLst/>
          </a:prstGeom>
          <a:noFill/>
        </p:spPr>
      </p:pic>
      <p:pic>
        <p:nvPicPr>
          <p:cNvPr id="14" name="Picture 4" descr="http://ts3.mm.bing.net/th?id=H.4549247488688802&amp;pid=15.1&amp;H=120&amp;W=160"/>
          <p:cNvPicPr>
            <a:picLocks noChangeAspect="1" noChangeArrowheads="1"/>
          </p:cNvPicPr>
          <p:nvPr/>
        </p:nvPicPr>
        <p:blipFill>
          <a:blip r:embed="rId3"/>
          <a:srcRect/>
          <a:stretch>
            <a:fillRect/>
          </a:stretch>
        </p:blipFill>
        <p:spPr bwMode="auto">
          <a:xfrm>
            <a:off x="6351637" y="3429000"/>
            <a:ext cx="3896029" cy="2922024"/>
          </a:xfrm>
          <a:prstGeom prst="rect">
            <a:avLst/>
          </a:prstGeom>
          <a:noFill/>
        </p:spPr>
      </p:pic>
      <p:pic>
        <p:nvPicPr>
          <p:cNvPr id="4" name="Picture 3">
            <a:extLst>
              <a:ext uri="{FF2B5EF4-FFF2-40B4-BE49-F238E27FC236}">
                <a16:creationId xmlns:a16="http://schemas.microsoft.com/office/drawing/2014/main" id="{0C6282DD-2866-D378-B630-61DCB7A8B82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25016"/>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20</a:t>
            </a:fld>
            <a:endParaRPr dirty="0"/>
          </a:p>
        </p:txBody>
      </p:sp>
      <p:sp>
        <p:nvSpPr>
          <p:cNvPr id="2" name="Rectangle 1"/>
          <p:cNvSpPr/>
          <p:nvPr/>
        </p:nvSpPr>
        <p:spPr>
          <a:xfrm>
            <a:off x="369034" y="163254"/>
            <a:ext cx="8222123"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01 hour before scheduled departure</a:t>
            </a:r>
            <a:r>
              <a:rPr lang="en-US" sz="3500" dirty="0">
                <a:solidFill>
                  <a:srgbClr val="FF0000"/>
                </a:solidFill>
                <a:effectLst>
                  <a:outerShdw blurRad="38100" dist="38100" dir="2700000" algn="tl">
                    <a:srgbClr val="000000">
                      <a:alpha val="43137"/>
                    </a:srgbClr>
                  </a:outerShdw>
                </a:effectLst>
              </a:rPr>
              <a:t>.</a:t>
            </a:r>
            <a:endParaRPr lang="en-US" sz="3500" dirty="0">
              <a:solidFill>
                <a:srgbClr val="FF0000"/>
              </a:solidFill>
            </a:endParaRPr>
          </a:p>
        </p:txBody>
      </p:sp>
      <p:sp>
        <p:nvSpPr>
          <p:cNvPr id="10" name="Rectangle 9"/>
          <p:cNvSpPr/>
          <p:nvPr/>
        </p:nvSpPr>
        <p:spPr>
          <a:xfrm>
            <a:off x="-796413" y="6858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Boarding commences</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180211" y="1316742"/>
            <a:ext cx="9134475" cy="2446824"/>
          </a:xfrm>
          <a:prstGeom prst="rect">
            <a:avLst/>
          </a:prstGeom>
        </p:spPr>
        <p:txBody>
          <a:bodyPr wrap="square">
            <a:spAutoFit/>
          </a:bodyPr>
          <a:lstStyle/>
          <a:p>
            <a:pPr>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Hajis should now proceed for boarding in a single queue and follow instructions given by Airline Staff.</a:t>
            </a:r>
          </a:p>
          <a:p>
            <a:pPr>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Passports will be re-checked at the terminal building exit.</a:t>
            </a:r>
          </a:p>
          <a:p>
            <a:pPr>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For boarding at the aircraft door only boarding pass is needed and the same should be kept in hand till seated</a:t>
            </a:r>
            <a:r>
              <a:rPr lang="en-US" sz="2800" dirty="0">
                <a:effectLst>
                  <a:outerShdw blurRad="38100" dist="38100" dir="2700000" algn="tl">
                    <a:srgbClr val="000000">
                      <a:alpha val="43137"/>
                    </a:srgbClr>
                  </a:outerShdw>
                </a:effectLst>
              </a:rPr>
              <a:t>.</a:t>
            </a:r>
          </a:p>
        </p:txBody>
      </p:sp>
      <p:pic>
        <p:nvPicPr>
          <p:cNvPr id="8" name="Picture 7" descr="titled.bmp"/>
          <p:cNvPicPr>
            <a:picLocks noChangeAspect="1"/>
          </p:cNvPicPr>
          <p:nvPr/>
        </p:nvPicPr>
        <p:blipFill>
          <a:blip r:embed="rId2" cstate="print"/>
          <a:stretch>
            <a:fillRect/>
          </a:stretch>
        </p:blipFill>
        <p:spPr>
          <a:xfrm>
            <a:off x="6096000" y="4003006"/>
            <a:ext cx="4028364" cy="3176560"/>
          </a:xfrm>
          <a:prstGeom prst="rect">
            <a:avLst/>
          </a:prstGeom>
        </p:spPr>
      </p:pic>
      <p:pic>
        <p:nvPicPr>
          <p:cNvPr id="11" name="Picture 10" descr="20120415_092311.jpg"/>
          <p:cNvPicPr>
            <a:picLocks noChangeAspect="1"/>
          </p:cNvPicPr>
          <p:nvPr/>
        </p:nvPicPr>
        <p:blipFill>
          <a:blip r:embed="rId3" cstate="print"/>
          <a:stretch>
            <a:fillRect/>
          </a:stretch>
        </p:blipFill>
        <p:spPr>
          <a:xfrm>
            <a:off x="1524000" y="4003006"/>
            <a:ext cx="3697063" cy="2664929"/>
          </a:xfrm>
          <a:prstGeom prst="rect">
            <a:avLst/>
          </a:prstGeom>
        </p:spPr>
      </p:pic>
      <p:pic>
        <p:nvPicPr>
          <p:cNvPr id="4" name="Picture 3">
            <a:extLst>
              <a:ext uri="{FF2B5EF4-FFF2-40B4-BE49-F238E27FC236}">
                <a16:creationId xmlns:a16="http://schemas.microsoft.com/office/drawing/2014/main" id="{2762420C-AA96-ED95-938C-81E3AD0CB62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314686" y="271650"/>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18610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21</a:t>
            </a:fld>
            <a:endParaRPr dirty="0"/>
          </a:p>
        </p:txBody>
      </p:sp>
      <p:sp>
        <p:nvSpPr>
          <p:cNvPr id="2" name="Rectangle 1"/>
          <p:cNvSpPr/>
          <p:nvPr/>
        </p:nvSpPr>
        <p:spPr>
          <a:xfrm>
            <a:off x="3252995" y="16353"/>
            <a:ext cx="2303836"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On Board</a:t>
            </a:r>
            <a:endParaRPr lang="en-US" sz="3500" dirty="0">
              <a:solidFill>
                <a:srgbClr val="FF0000"/>
              </a:solidFill>
              <a:latin typeface="Bookman Old Style" panose="02050604050505020204" pitchFamily="18" charset="0"/>
            </a:endParaRPr>
          </a:p>
        </p:txBody>
      </p:sp>
      <p:sp>
        <p:nvSpPr>
          <p:cNvPr id="10" name="Rectangle 9"/>
          <p:cNvSpPr/>
          <p:nvPr/>
        </p:nvSpPr>
        <p:spPr>
          <a:xfrm>
            <a:off x="23049" y="588644"/>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Customs formalities</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346577" y="1242016"/>
            <a:ext cx="8820472" cy="5349285"/>
          </a:xfrm>
          <a:prstGeom prst="rect">
            <a:avLst/>
          </a:prstGeom>
        </p:spPr>
        <p:txBody>
          <a:bodyPr wrap="square">
            <a:spAutoFit/>
          </a:bodyPr>
          <a:lstStyle/>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Free baggage is only for personal items like clothes shoes </a:t>
            </a:r>
            <a:r>
              <a:rPr lang="en-US" sz="2000" kern="0" dirty="0" err="1">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etc</a:t>
            </a:r>
            <a:endPar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endParaRP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Hajis should ensure that High Value purchases are declared to Customs to avoid problems with Indian Customs.</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Volunteers are available at all times to guide the Hajis.</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Hajis need to be well aware of the customs regulations and should refrain from carrying any undeclared  / dutiable goods.</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Import of undeclared foreign currency is not allowed.</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There is no free duty allowance for Gold / Silver purchased in KSA.</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Drones / remote controlled wireless toys are not allowed.</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There is no Duty-free Allowance for Infants.</a:t>
            </a:r>
          </a:p>
          <a:p>
            <a:pPr marL="342900" indent="-3429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anose="020B0604020202020204" pitchFamily="34" charset="0"/>
              </a:rPr>
              <a:t>Kindly follow queues to clear customs and avoid crowding.</a:t>
            </a:r>
          </a:p>
        </p:txBody>
      </p:sp>
      <p:pic>
        <p:nvPicPr>
          <p:cNvPr id="4" name="Picture 3">
            <a:extLst>
              <a:ext uri="{FF2B5EF4-FFF2-40B4-BE49-F238E27FC236}">
                <a16:creationId xmlns:a16="http://schemas.microsoft.com/office/drawing/2014/main" id="{9C1D27BF-E171-7905-555A-0FA9CC53582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78207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22</a:t>
            </a:fld>
            <a:endParaRPr dirty="0"/>
          </a:p>
        </p:txBody>
      </p:sp>
      <p:sp>
        <p:nvSpPr>
          <p:cNvPr id="2" name="Rectangle 1"/>
          <p:cNvSpPr/>
          <p:nvPr/>
        </p:nvSpPr>
        <p:spPr>
          <a:xfrm>
            <a:off x="4565446" y="0"/>
            <a:ext cx="3632726"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Departure Time</a:t>
            </a:r>
            <a:endParaRPr lang="en-US" sz="3500" dirty="0">
              <a:solidFill>
                <a:srgbClr val="FF0000"/>
              </a:solidFill>
              <a:latin typeface="Bookman Old Style" panose="02050604050505020204" pitchFamily="18" charset="0"/>
            </a:endParaRPr>
          </a:p>
        </p:txBody>
      </p:sp>
      <p:sp>
        <p:nvSpPr>
          <p:cNvPr id="10" name="Rectangle 9"/>
          <p:cNvSpPr/>
          <p:nvPr/>
        </p:nvSpPr>
        <p:spPr>
          <a:xfrm>
            <a:off x="1524000" y="6858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Put on your seat belts</a:t>
            </a:r>
            <a:endParaRPr lang="en-US" sz="3500" dirty="0">
              <a:solidFill>
                <a:schemeClr val="bg2">
                  <a:lumMod val="50000"/>
                </a:schemeClr>
              </a:solidFill>
              <a:latin typeface="Bookman Old Style" panose="02050604050505020204" pitchFamily="18" charset="0"/>
            </a:endParaRPr>
          </a:p>
        </p:txBody>
      </p:sp>
      <p:sp>
        <p:nvSpPr>
          <p:cNvPr id="4" name="Rectangle 3"/>
          <p:cNvSpPr/>
          <p:nvPr/>
        </p:nvSpPr>
        <p:spPr>
          <a:xfrm>
            <a:off x="1520723" y="3644445"/>
            <a:ext cx="9144000" cy="3170099"/>
          </a:xfrm>
          <a:prstGeom prst="rect">
            <a:avLst/>
          </a:prstGeom>
        </p:spPr>
        <p:txBody>
          <a:bodyPr wrap="square">
            <a:spAutoFit/>
          </a:bodyPr>
          <a:lstStyle/>
          <a:p>
            <a:pPr marL="179388" algn="ctr"/>
            <a:r>
              <a:rPr lang="en-US" sz="4000" dirty="0">
                <a:effectLst>
                  <a:outerShdw blurRad="38100" dist="38100" dir="2700000" algn="tl">
                    <a:srgbClr val="000000">
                      <a:alpha val="43137"/>
                    </a:srgbClr>
                  </a:outerShdw>
                </a:effectLst>
                <a:latin typeface="Bookman Old Style" panose="02050604050505020204" pitchFamily="18" charset="0"/>
              </a:rPr>
              <a:t>Seat belts need to be kept on during take-off and landing</a:t>
            </a:r>
            <a:r>
              <a:rPr lang="en-US" sz="4000" dirty="0">
                <a:effectLst>
                  <a:outerShdw blurRad="38100" dist="38100" dir="2700000" algn="tl">
                    <a:srgbClr val="000000">
                      <a:alpha val="43137"/>
                    </a:srgbClr>
                  </a:outerShdw>
                </a:effectLst>
              </a:rPr>
              <a:t>.</a:t>
            </a:r>
          </a:p>
          <a:p>
            <a:pPr marL="179388" algn="ctr"/>
            <a:endParaRPr lang="en-US" sz="4000" dirty="0">
              <a:effectLst>
                <a:outerShdw blurRad="38100" dist="38100" dir="2700000" algn="tl">
                  <a:srgbClr val="000000">
                    <a:alpha val="43137"/>
                  </a:srgbClr>
                </a:outerShdw>
              </a:effectLst>
            </a:endParaRPr>
          </a:p>
          <a:p>
            <a:pPr algn="ctr"/>
            <a:r>
              <a:rPr lang="ar-AE" sz="4000" dirty="0"/>
              <a:t>سُبْحَانَ الَّذِي سَخَّرَ لَنَا هَذَا وَمَا كُنَّا لَهُ مُقْرِنِينَ . وَإِنَّا إِلَى رَبِّنَا لَمُنْقَلِبُونَ</a:t>
            </a:r>
            <a:endParaRPr lang="en-US" sz="4000" dirty="0">
              <a:effectLst>
                <a:outerShdw blurRad="38100" dist="38100" dir="2700000" algn="tl">
                  <a:srgbClr val="000000">
                    <a:alpha val="43137"/>
                  </a:srgbClr>
                </a:outerShdw>
              </a:effectLst>
            </a:endParaRPr>
          </a:p>
        </p:txBody>
      </p:sp>
      <p:pic>
        <p:nvPicPr>
          <p:cNvPr id="9" name="Picture 8" descr="YBS9PNCA54N2F8CAA8PL0UCAJB9LN8CA62WMPMCAEY4N5MCACIQ1Z1CAOA03L5CA5WRCZOCA1NE030CA8I6NYZCA1I46O1CAHGNIPLCAC0WLB9CAFR8VK6CABK6RLRCALW4DBZCAZUHQA6CASCE7OHCAMAXW1U.jpg"/>
          <p:cNvPicPr>
            <a:picLocks noChangeAspect="1"/>
          </p:cNvPicPr>
          <p:nvPr/>
        </p:nvPicPr>
        <p:blipFill>
          <a:blip r:embed="rId2" cstate="print"/>
          <a:stretch>
            <a:fillRect/>
          </a:stretch>
        </p:blipFill>
        <p:spPr>
          <a:xfrm>
            <a:off x="1697122" y="1682133"/>
            <a:ext cx="2868324" cy="1618710"/>
          </a:xfrm>
          <a:prstGeom prst="rect">
            <a:avLst/>
          </a:prstGeom>
        </p:spPr>
      </p:pic>
      <p:pic>
        <p:nvPicPr>
          <p:cNvPr id="12" name="Picture 11" descr="untitl.bmp"/>
          <p:cNvPicPr>
            <a:picLocks noChangeAspect="1"/>
          </p:cNvPicPr>
          <p:nvPr/>
        </p:nvPicPr>
        <p:blipFill>
          <a:blip r:embed="rId3" cstate="print"/>
          <a:stretch>
            <a:fillRect/>
          </a:stretch>
        </p:blipFill>
        <p:spPr>
          <a:xfrm>
            <a:off x="4852659" y="1695026"/>
            <a:ext cx="2414424" cy="1657774"/>
          </a:xfrm>
          <a:prstGeom prst="rect">
            <a:avLst/>
          </a:prstGeom>
        </p:spPr>
      </p:pic>
      <p:pic>
        <p:nvPicPr>
          <p:cNvPr id="13" name="Picture 12" descr="imagesCAJAM7AV.jpg"/>
          <p:cNvPicPr>
            <a:picLocks noChangeAspect="1"/>
          </p:cNvPicPr>
          <p:nvPr/>
        </p:nvPicPr>
        <p:blipFill>
          <a:blip r:embed="rId4" cstate="print"/>
          <a:stretch>
            <a:fillRect/>
          </a:stretch>
        </p:blipFill>
        <p:spPr>
          <a:xfrm>
            <a:off x="7453686" y="1681594"/>
            <a:ext cx="2619375" cy="1663411"/>
          </a:xfrm>
          <a:prstGeom prst="rect">
            <a:avLst/>
          </a:prstGeom>
        </p:spPr>
      </p:pic>
      <p:pic>
        <p:nvPicPr>
          <p:cNvPr id="3" name="Picture 2">
            <a:extLst>
              <a:ext uri="{FF2B5EF4-FFF2-40B4-BE49-F238E27FC236}">
                <a16:creationId xmlns:a16="http://schemas.microsoft.com/office/drawing/2014/main" id="{AA1FB829-13FF-DCC2-7A5B-FE911770F91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350215"/>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23</a:t>
            </a:fld>
            <a:endParaRPr dirty="0"/>
          </a:p>
        </p:txBody>
      </p:sp>
      <p:sp>
        <p:nvSpPr>
          <p:cNvPr id="2" name="Rectangle 1"/>
          <p:cNvSpPr/>
          <p:nvPr/>
        </p:nvSpPr>
        <p:spPr>
          <a:xfrm>
            <a:off x="4565447" y="0"/>
            <a:ext cx="2861681"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After takeoff</a:t>
            </a:r>
            <a:endParaRPr lang="en-US" sz="3500" dirty="0">
              <a:solidFill>
                <a:srgbClr val="FF0000"/>
              </a:solidFill>
              <a:latin typeface="Bookman Old Style" panose="02050604050505020204" pitchFamily="18" charset="0"/>
            </a:endParaRPr>
          </a:p>
        </p:txBody>
      </p:sp>
      <p:sp>
        <p:nvSpPr>
          <p:cNvPr id="10" name="Rectangle 9"/>
          <p:cNvSpPr/>
          <p:nvPr/>
        </p:nvSpPr>
        <p:spPr>
          <a:xfrm>
            <a:off x="326924" y="1048178"/>
            <a:ext cx="4572000" cy="5170646"/>
          </a:xfrm>
          <a:prstGeom prst="rect">
            <a:avLst/>
          </a:prstGeom>
        </p:spPr>
        <p:txBody>
          <a:bodyPr wrap="square">
            <a:spAutoFit/>
          </a:bodyPr>
          <a:lstStyle/>
          <a:p>
            <a:pPr marL="360363" indent="-180975">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Avoid littering the aircraft.</a:t>
            </a:r>
          </a:p>
          <a:p>
            <a:pPr marL="179388"/>
            <a:endParaRPr lang="en-US" sz="2500" dirty="0">
              <a:effectLst>
                <a:outerShdw blurRad="38100" dist="38100" dir="2700000" algn="tl">
                  <a:srgbClr val="000000">
                    <a:alpha val="43137"/>
                  </a:srgbClr>
                </a:outerShdw>
              </a:effectLst>
              <a:latin typeface="Bookman Old Style" panose="02050604050505020204" pitchFamily="18" charset="0"/>
            </a:endParaRPr>
          </a:p>
          <a:p>
            <a:pPr marL="360363" indent="-180975">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Passengers using the washrooms are requested not to spill water in the lavatories due to electrical circuits below the toilet floorings.</a:t>
            </a:r>
          </a:p>
          <a:p>
            <a:pPr marL="360363" indent="-180975">
              <a:buFont typeface="Wingdings" pitchFamily="2" charset="2"/>
              <a:buChar char="Ø"/>
            </a:pPr>
            <a:endParaRPr lang="en-US" sz="2500" dirty="0">
              <a:effectLst>
                <a:outerShdw blurRad="38100" dist="38100" dir="2700000" algn="tl">
                  <a:srgbClr val="000000">
                    <a:alpha val="43137"/>
                  </a:srgbClr>
                </a:outerShdw>
              </a:effectLst>
              <a:latin typeface="Bookman Old Style" panose="02050604050505020204" pitchFamily="18" charset="0"/>
            </a:endParaRPr>
          </a:p>
          <a:p>
            <a:pPr marL="360363" indent="-180975">
              <a:buFont typeface="Wingdings" pitchFamily="2" charset="2"/>
              <a:buChar char="Ø"/>
            </a:pPr>
            <a:r>
              <a:rPr lang="en-US" sz="2500" dirty="0">
                <a:effectLst>
                  <a:outerShdw blurRad="38100" dist="38100" dir="2700000" algn="tl">
                    <a:srgbClr val="000000">
                      <a:alpha val="43137"/>
                    </a:srgbClr>
                  </a:outerShdw>
                </a:effectLst>
                <a:latin typeface="Bookman Old Style" panose="02050604050505020204" pitchFamily="18" charset="0"/>
              </a:rPr>
              <a:t>Smoking is not permitted on any flights</a:t>
            </a:r>
          </a:p>
          <a:p>
            <a:pPr algn="ctr"/>
            <a:endParaRPr lang="en-US" sz="3000" dirty="0">
              <a:solidFill>
                <a:schemeClr val="bg2">
                  <a:lumMod val="50000"/>
                </a:schemeClr>
              </a:solidFill>
            </a:endParaRPr>
          </a:p>
        </p:txBody>
      </p:sp>
      <p:pic>
        <p:nvPicPr>
          <p:cNvPr id="11" name="Picture 10" descr="untitled.png"/>
          <p:cNvPicPr>
            <a:picLocks noChangeAspect="1"/>
          </p:cNvPicPr>
          <p:nvPr/>
        </p:nvPicPr>
        <p:blipFill>
          <a:blip r:embed="rId2" cstate="print"/>
          <a:stretch>
            <a:fillRect/>
          </a:stretch>
        </p:blipFill>
        <p:spPr>
          <a:xfrm>
            <a:off x="5501150" y="931565"/>
            <a:ext cx="3400091" cy="2514243"/>
          </a:xfrm>
          <a:prstGeom prst="rect">
            <a:avLst/>
          </a:prstGeom>
        </p:spPr>
      </p:pic>
      <p:pic>
        <p:nvPicPr>
          <p:cNvPr id="14" name="Picture 13" descr="untit.png"/>
          <p:cNvPicPr>
            <a:picLocks noChangeAspect="1"/>
          </p:cNvPicPr>
          <p:nvPr/>
        </p:nvPicPr>
        <p:blipFill>
          <a:blip r:embed="rId3" cstate="print"/>
          <a:stretch>
            <a:fillRect/>
          </a:stretch>
        </p:blipFill>
        <p:spPr>
          <a:xfrm>
            <a:off x="6096000" y="3804612"/>
            <a:ext cx="3379897" cy="2414212"/>
          </a:xfrm>
          <a:prstGeom prst="rect">
            <a:avLst/>
          </a:prstGeom>
        </p:spPr>
      </p:pic>
      <p:pic>
        <p:nvPicPr>
          <p:cNvPr id="3" name="Picture 2">
            <a:extLst>
              <a:ext uri="{FF2B5EF4-FFF2-40B4-BE49-F238E27FC236}">
                <a16:creationId xmlns:a16="http://schemas.microsoft.com/office/drawing/2014/main" id="{C468C4BC-338E-8B7D-95C4-0D98DBCB859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58804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24</a:t>
            </a:fld>
            <a:endParaRPr dirty="0"/>
          </a:p>
        </p:txBody>
      </p:sp>
      <p:sp>
        <p:nvSpPr>
          <p:cNvPr id="2" name="Rectangle 1"/>
          <p:cNvSpPr/>
          <p:nvPr/>
        </p:nvSpPr>
        <p:spPr>
          <a:xfrm>
            <a:off x="4565447" y="0"/>
            <a:ext cx="2861681"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After takeoff</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23049" y="722672"/>
            <a:ext cx="9144000" cy="2893100"/>
          </a:xfrm>
          <a:prstGeom prst="rect">
            <a:avLst/>
          </a:prstGeom>
        </p:spPr>
        <p:txBody>
          <a:bodyPr wrap="square">
            <a:spAutoFit/>
          </a:bodyPr>
          <a:lstStyle/>
          <a:p>
            <a:pPr marL="400050" indent="-39688"/>
            <a:r>
              <a:rPr lang="en-US" sz="2600" dirty="0">
                <a:effectLst>
                  <a:outerShdw blurRad="38100" dist="38100" dir="2700000" algn="tl">
                    <a:srgbClr val="000000">
                      <a:alpha val="43137"/>
                    </a:srgbClr>
                  </a:outerShdw>
                </a:effectLst>
              </a:rPr>
              <a:t>	</a:t>
            </a:r>
            <a:r>
              <a:rPr lang="en-US" sz="2600" dirty="0">
                <a:effectLst>
                  <a:outerShdw blurRad="38100" dist="38100" dir="2700000" algn="tl">
                    <a:srgbClr val="000000">
                      <a:alpha val="43137"/>
                    </a:srgbClr>
                  </a:outerShdw>
                </a:effectLst>
                <a:latin typeface="Bookman Old Style" panose="02050604050505020204" pitchFamily="18" charset="0"/>
              </a:rPr>
              <a:t>An announcement will be made before the </a:t>
            </a:r>
            <a:r>
              <a:rPr lang="en-US" sz="2600" b="1" dirty="0">
                <a:solidFill>
                  <a:schemeClr val="hlink"/>
                </a:solidFill>
                <a:effectLst>
                  <a:outerShdw blurRad="38100" dist="38100" dir="2700000" algn="tl">
                    <a:srgbClr val="000000">
                      <a:alpha val="43137"/>
                    </a:srgbClr>
                  </a:outerShdw>
                </a:effectLst>
                <a:latin typeface="Bookman Old Style" panose="02050604050505020204" pitchFamily="18" charset="0"/>
              </a:rPr>
              <a:t>Meeqat</a:t>
            </a:r>
            <a:r>
              <a:rPr lang="en-US" sz="2600" dirty="0">
                <a:effectLst>
                  <a:outerShdw blurRad="38100" dist="38100" dir="2700000" algn="tl">
                    <a:srgbClr val="000000">
                      <a:alpha val="43137"/>
                    </a:srgbClr>
                  </a:outerShdw>
                </a:effectLst>
                <a:latin typeface="Bookman Old Style" panose="02050604050505020204" pitchFamily="18" charset="0"/>
              </a:rPr>
              <a:t> </a:t>
            </a:r>
            <a:r>
              <a:rPr lang="en-US" sz="2600" dirty="0">
                <a:effectLst>
                  <a:outerShdw blurRad="38100" dist="38100" dir="2700000" algn="tl">
                    <a:srgbClr val="000000">
                      <a:alpha val="43137"/>
                    </a:srgbClr>
                  </a:outerShdw>
                </a:effectLst>
                <a:latin typeface="Bookman Old Style" panose="02050604050505020204" pitchFamily="18" charset="0"/>
                <a:cs typeface="Times New Roman" pitchFamily="18" charset="0"/>
              </a:rPr>
              <a:t>(</a:t>
            </a:r>
            <a:r>
              <a:rPr lang="ar-SA" sz="2600" dirty="0">
                <a:effectLst>
                  <a:outerShdw blurRad="38100" dist="38100" dir="2700000" algn="tl">
                    <a:srgbClr val="000000">
                      <a:alpha val="43137"/>
                    </a:srgbClr>
                  </a:outerShdw>
                </a:effectLst>
                <a:latin typeface="Bookman Old Style" panose="02050604050505020204" pitchFamily="18" charset="0"/>
                <a:ea typeface="Times New Roman (Arabic)"/>
                <a:cs typeface="Times New Roman (Arabic)"/>
              </a:rPr>
              <a:t>ميقات</a:t>
            </a:r>
            <a:r>
              <a:rPr lang="en-US" sz="2600" dirty="0">
                <a:effectLst>
                  <a:outerShdw blurRad="38100" dist="38100" dir="2700000" algn="tl">
                    <a:srgbClr val="000000">
                      <a:alpha val="43137"/>
                    </a:srgbClr>
                  </a:outerShdw>
                </a:effectLst>
                <a:latin typeface="Bookman Old Style" panose="02050604050505020204" pitchFamily="18" charset="0"/>
                <a:cs typeface="Times New Roman" pitchFamily="18" charset="0"/>
              </a:rPr>
              <a:t>) arrives.</a:t>
            </a:r>
          </a:p>
          <a:p>
            <a:pPr marL="400050" indent="-39688"/>
            <a:endParaRPr lang="en-US" sz="2600" b="1" dirty="0">
              <a:solidFill>
                <a:schemeClr val="hlink"/>
              </a:solidFill>
              <a:effectLst>
                <a:outerShdw blurRad="38100" dist="38100" dir="2700000" algn="tl">
                  <a:srgbClr val="000000">
                    <a:alpha val="43137"/>
                  </a:srgbClr>
                </a:outerShdw>
              </a:effectLst>
              <a:latin typeface="Bookman Old Style" panose="02050604050505020204" pitchFamily="18" charset="0"/>
            </a:endParaRPr>
          </a:p>
          <a:p>
            <a:pPr marL="400050" indent="-39688"/>
            <a:r>
              <a:rPr lang="en-US" sz="2600" b="1" dirty="0">
                <a:solidFill>
                  <a:schemeClr val="hlink"/>
                </a:solidFill>
                <a:effectLst>
                  <a:outerShdw blurRad="38100" dist="38100" dir="2700000" algn="tl">
                    <a:srgbClr val="000000">
                      <a:alpha val="43137"/>
                    </a:srgbClr>
                  </a:outerShdw>
                </a:effectLst>
                <a:latin typeface="Bookman Old Style" panose="02050604050505020204" pitchFamily="18" charset="0"/>
              </a:rPr>
              <a:t>Meeqat</a:t>
            </a:r>
            <a:r>
              <a:rPr lang="en-US" sz="2600" dirty="0">
                <a:effectLst>
                  <a:outerShdw blurRad="38100" dist="38100" dir="2700000" algn="tl">
                    <a:srgbClr val="000000">
                      <a:alpha val="43137"/>
                    </a:srgbClr>
                  </a:outerShdw>
                </a:effectLst>
                <a:latin typeface="Bookman Old Style" panose="02050604050505020204" pitchFamily="18" charset="0"/>
              </a:rPr>
              <a:t> </a:t>
            </a:r>
            <a:r>
              <a:rPr lang="en-US" sz="2600" dirty="0">
                <a:effectLst>
                  <a:outerShdw blurRad="38100" dist="38100" dir="2700000" algn="tl">
                    <a:srgbClr val="000000">
                      <a:alpha val="43137"/>
                    </a:srgbClr>
                  </a:outerShdw>
                </a:effectLst>
                <a:latin typeface="Bookman Old Style" panose="02050604050505020204" pitchFamily="18" charset="0"/>
                <a:cs typeface="Times New Roman" pitchFamily="18" charset="0"/>
              </a:rPr>
              <a:t>(</a:t>
            </a:r>
            <a:r>
              <a:rPr lang="ar-SA" sz="2600" dirty="0">
                <a:effectLst>
                  <a:outerShdw blurRad="38100" dist="38100" dir="2700000" algn="tl">
                    <a:srgbClr val="000000">
                      <a:alpha val="43137"/>
                    </a:srgbClr>
                  </a:outerShdw>
                </a:effectLst>
                <a:latin typeface="Bookman Old Style" panose="02050604050505020204" pitchFamily="18" charset="0"/>
                <a:ea typeface="Times New Roman (Arabic)"/>
                <a:cs typeface="Times New Roman (Arabic)"/>
              </a:rPr>
              <a:t>ميقات</a:t>
            </a:r>
            <a:r>
              <a:rPr lang="en-US" sz="2600" dirty="0">
                <a:effectLst>
                  <a:outerShdw blurRad="38100" dist="38100" dir="2700000" algn="tl">
                    <a:srgbClr val="000000">
                      <a:alpha val="43137"/>
                    </a:srgbClr>
                  </a:outerShdw>
                </a:effectLst>
                <a:latin typeface="Bookman Old Style" panose="02050604050505020204" pitchFamily="18" charset="0"/>
                <a:cs typeface="Times New Roman" pitchFamily="18" charset="0"/>
              </a:rPr>
              <a:t>) is</a:t>
            </a:r>
            <a:r>
              <a:rPr lang="en-US" sz="2600" dirty="0">
                <a:effectLst>
                  <a:outerShdw blurRad="38100" dist="38100" dir="2700000" algn="tl">
                    <a:srgbClr val="000000">
                      <a:alpha val="43137"/>
                    </a:srgbClr>
                  </a:outerShdw>
                </a:effectLst>
                <a:latin typeface="Bookman Old Style" panose="02050604050505020204" pitchFamily="18" charset="0"/>
              </a:rPr>
              <a:t> the geographical boundary that a person intending Hajj or Umra may not cross without assuming Ihram for Haj or Umra.</a:t>
            </a:r>
          </a:p>
          <a:p>
            <a:pPr marL="400050" indent="-39688">
              <a:buFont typeface="Wingdings" pitchFamily="2" charset="2"/>
              <a:buChar char="Ø"/>
            </a:pPr>
            <a:endParaRPr lang="en-US" sz="2600" dirty="0">
              <a:effectLst>
                <a:outerShdw blurRad="38100" dist="38100" dir="2700000" algn="tl">
                  <a:srgbClr val="000000">
                    <a:alpha val="43137"/>
                  </a:srgbClr>
                </a:outerShdw>
              </a:effectLst>
            </a:endParaRPr>
          </a:p>
        </p:txBody>
      </p:sp>
      <p:graphicFrame>
        <p:nvGraphicFramePr>
          <p:cNvPr id="8" name="Object 17"/>
          <p:cNvGraphicFramePr>
            <a:graphicFrameLocks noChangeAspect="1"/>
          </p:cNvGraphicFramePr>
          <p:nvPr>
            <p:extLst>
              <p:ext uri="{D42A27DB-BD31-4B8C-83A1-F6EECF244321}">
                <p14:modId xmlns:p14="http://schemas.microsoft.com/office/powerpoint/2010/main" val="902586242"/>
              </p:ext>
            </p:extLst>
          </p:nvPr>
        </p:nvGraphicFramePr>
        <p:xfrm>
          <a:off x="432635" y="3451664"/>
          <a:ext cx="3315901" cy="2467632"/>
        </p:xfrm>
        <a:graphic>
          <a:graphicData uri="http://schemas.openxmlformats.org/presentationml/2006/ole">
            <mc:AlternateContent xmlns:mc="http://schemas.openxmlformats.org/markup-compatibility/2006">
              <mc:Choice xmlns:v="urn:schemas-microsoft-com:vml" Requires="v">
                <p:oleObj name="Photo Editor Photo" r:id="rId2" imgW="6028571" imgH="4486901" progId="">
                  <p:embed/>
                </p:oleObj>
              </mc:Choice>
              <mc:Fallback>
                <p:oleObj name="Photo Editor Photo" r:id="rId2" imgW="6028571" imgH="4486901" progId="">
                  <p:embed/>
                  <p:pic>
                    <p:nvPicPr>
                      <p:cNvPr id="8" name="Object 17"/>
                      <p:cNvPicPr>
                        <a:picLocks noChangeAspect="1" noChangeArrowheads="1"/>
                      </p:cNvPicPr>
                      <p:nvPr/>
                    </p:nvPicPr>
                    <p:blipFill>
                      <a:blip r:embed="rId3">
                        <a:lum contrast="30000"/>
                        <a:extLst>
                          <a:ext uri="{28A0092B-C50C-407E-A947-70E740481C1C}">
                            <a14:useLocalDpi xmlns:a14="http://schemas.microsoft.com/office/drawing/2010/main" val="0"/>
                          </a:ext>
                        </a:extLst>
                      </a:blip>
                      <a:srcRect/>
                      <a:stretch>
                        <a:fillRect/>
                      </a:stretch>
                    </p:blipFill>
                    <p:spPr bwMode="auto">
                      <a:xfrm>
                        <a:off x="432635" y="3451664"/>
                        <a:ext cx="3315901" cy="2467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descr="imagesCAIQIGFA.jpg"/>
          <p:cNvPicPr>
            <a:picLocks noChangeAspect="1"/>
          </p:cNvPicPr>
          <p:nvPr/>
        </p:nvPicPr>
        <p:blipFill>
          <a:blip r:embed="rId4" cstate="print"/>
          <a:stretch>
            <a:fillRect/>
          </a:stretch>
        </p:blipFill>
        <p:spPr>
          <a:xfrm>
            <a:off x="4493342" y="3498367"/>
            <a:ext cx="4472420" cy="2387494"/>
          </a:xfrm>
          <a:prstGeom prst="rect">
            <a:avLst/>
          </a:prstGeom>
        </p:spPr>
      </p:pic>
      <p:pic>
        <p:nvPicPr>
          <p:cNvPr id="4" name="Picture 3">
            <a:extLst>
              <a:ext uri="{FF2B5EF4-FFF2-40B4-BE49-F238E27FC236}">
                <a16:creationId xmlns:a16="http://schemas.microsoft.com/office/drawing/2014/main" id="{B9BA4000-660B-6BCF-FBC8-97A9A2D8160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44142"/>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25</a:t>
            </a:fld>
            <a:endParaRPr dirty="0"/>
          </a:p>
        </p:txBody>
      </p:sp>
      <p:sp>
        <p:nvSpPr>
          <p:cNvPr id="2" name="Rectangle 1"/>
          <p:cNvSpPr/>
          <p:nvPr/>
        </p:nvSpPr>
        <p:spPr>
          <a:xfrm>
            <a:off x="1017595" y="46608"/>
            <a:ext cx="8169224"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Landing in Kingdom of Saudi Arabia</a:t>
            </a:r>
            <a:endParaRPr lang="en-US" sz="3500" dirty="0">
              <a:solidFill>
                <a:srgbClr val="FF0000"/>
              </a:solidFill>
              <a:latin typeface="Bookman Old Style" panose="02050604050505020204" pitchFamily="18" charset="0"/>
            </a:endParaRPr>
          </a:p>
        </p:txBody>
      </p:sp>
      <p:sp>
        <p:nvSpPr>
          <p:cNvPr id="4" name="Rectangle 3"/>
          <p:cNvSpPr/>
          <p:nvPr/>
        </p:nvSpPr>
        <p:spPr>
          <a:xfrm>
            <a:off x="2504252" y="734567"/>
            <a:ext cx="7292218" cy="6001643"/>
          </a:xfrm>
          <a:prstGeom prst="rect">
            <a:avLst/>
          </a:prstGeom>
        </p:spPr>
        <p:txBody>
          <a:bodyPr wrap="square">
            <a:spAutoFit/>
          </a:bodyPr>
          <a:lstStyle/>
          <a:p>
            <a:pPr marL="285750" indent="-285750">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After landing in  Saudi Arabia, the first formality is clearing Arrival Immigrations.</a:t>
            </a:r>
          </a:p>
          <a:p>
            <a:pPr marL="285750" indent="-285750">
              <a:buFont typeface="Wingdings" pitchFamily="2" charset="2"/>
              <a:buChar char="Ø"/>
            </a:pPr>
            <a:endParaRPr lang="en-US" sz="3200" dirty="0">
              <a:effectLst>
                <a:outerShdw blurRad="38100" dist="38100" dir="2700000" algn="tl">
                  <a:srgbClr val="000000">
                    <a:alpha val="43137"/>
                  </a:srgbClr>
                </a:outerShdw>
              </a:effectLst>
              <a:latin typeface="Bookman Old Style" panose="02050604050505020204" pitchFamily="18" charset="0"/>
            </a:endParaRPr>
          </a:p>
          <a:p>
            <a:pPr marL="285750" indent="-285750">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 Hajis should line up for Immigrations and present before the Immigration Officer his Passport.</a:t>
            </a:r>
          </a:p>
          <a:p>
            <a:pPr marL="285750" indent="-285750">
              <a:buFont typeface="Wingdings" pitchFamily="2" charset="2"/>
              <a:buChar char="Ø"/>
            </a:pPr>
            <a:endParaRPr lang="en-US" sz="3200" dirty="0">
              <a:effectLst>
                <a:outerShdw blurRad="38100" dist="38100" dir="2700000" algn="tl">
                  <a:srgbClr val="000000">
                    <a:alpha val="43137"/>
                  </a:srgbClr>
                </a:outerShdw>
              </a:effectLst>
              <a:latin typeface="Bookman Old Style" panose="02050604050505020204" pitchFamily="18" charset="0"/>
            </a:endParaRPr>
          </a:p>
          <a:p>
            <a:pPr marL="285750" indent="-285750">
              <a:buFont typeface="Wingdings" pitchFamily="2" charset="2"/>
              <a:buChar char="Ø"/>
            </a:pPr>
            <a:r>
              <a:rPr lang="en-US" sz="3200" dirty="0">
                <a:effectLst>
                  <a:outerShdw blurRad="38100" dist="38100" dir="2700000" algn="tl">
                    <a:srgbClr val="000000">
                      <a:alpha val="43137"/>
                    </a:srgbClr>
                  </a:outerShdw>
                </a:effectLst>
                <a:latin typeface="Bookman Old Style" panose="02050604050505020204" pitchFamily="18" charset="0"/>
              </a:rPr>
              <a:t>Keep the Boarding pass in hand as the same may be re-checked by immigrations.</a:t>
            </a:r>
          </a:p>
        </p:txBody>
      </p:sp>
      <p:pic>
        <p:nvPicPr>
          <p:cNvPr id="14" name="Picture 13" descr="JI8HEDCAREMWY1CA3K3VW8CAU1WDZFCAVDCTG9CAUFX733CA2QKBXICA6VTUSSCAANBOFBCAVT0ROUCAT693NICAS3TNT3CAP788N5CAPO35HLCAYGNDKACAFX0W9ICASY4P81CA8NR7BICAI3SKXQCAVMVHC7.jpg"/>
          <p:cNvPicPr>
            <a:picLocks noChangeAspect="1"/>
          </p:cNvPicPr>
          <p:nvPr/>
        </p:nvPicPr>
        <p:blipFill>
          <a:blip r:embed="rId2" cstate="print"/>
          <a:stretch>
            <a:fillRect/>
          </a:stretch>
        </p:blipFill>
        <p:spPr>
          <a:xfrm>
            <a:off x="545804" y="2077654"/>
            <a:ext cx="1790700" cy="2552700"/>
          </a:xfrm>
          <a:prstGeom prst="rect">
            <a:avLst/>
          </a:prstGeom>
          <a:ln>
            <a:solidFill>
              <a:schemeClr val="tx1"/>
            </a:solidFill>
          </a:ln>
        </p:spPr>
      </p:pic>
      <p:pic>
        <p:nvPicPr>
          <p:cNvPr id="3" name="Picture 2">
            <a:extLst>
              <a:ext uri="{FF2B5EF4-FFF2-40B4-BE49-F238E27FC236}">
                <a16:creationId xmlns:a16="http://schemas.microsoft.com/office/drawing/2014/main" id="{253FF391-D16B-3C85-A350-81C40B050E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21002" y="-70473"/>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084490"/>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26</a:t>
            </a:fld>
            <a:endParaRPr dirty="0"/>
          </a:p>
        </p:txBody>
      </p:sp>
      <p:sp>
        <p:nvSpPr>
          <p:cNvPr id="2" name="Rectangle 1"/>
          <p:cNvSpPr/>
          <p:nvPr/>
        </p:nvSpPr>
        <p:spPr>
          <a:xfrm>
            <a:off x="4001677" y="84355"/>
            <a:ext cx="3921266"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Missing baggage </a:t>
            </a:r>
            <a:endParaRPr lang="en-US" sz="3500" dirty="0">
              <a:solidFill>
                <a:schemeClr val="bg2">
                  <a:lumMod val="50000"/>
                </a:schemeClr>
              </a:solidFill>
              <a:latin typeface="Bookman Old Style" panose="02050604050505020204" pitchFamily="18" charset="0"/>
            </a:endParaRPr>
          </a:p>
        </p:txBody>
      </p:sp>
      <p:sp>
        <p:nvSpPr>
          <p:cNvPr id="10" name="Rectangle 9"/>
          <p:cNvSpPr/>
          <p:nvPr/>
        </p:nvSpPr>
        <p:spPr>
          <a:xfrm>
            <a:off x="1524000" y="6858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Missing baggage complaint</a:t>
            </a:r>
            <a:endParaRPr lang="en-US" sz="3500" dirty="0">
              <a:solidFill>
                <a:schemeClr val="bg2">
                  <a:lumMod val="50000"/>
                </a:schemeClr>
              </a:solidFill>
              <a:latin typeface="Bookman Old Style" panose="02050604050505020204" pitchFamily="18" charset="0"/>
            </a:endParaRPr>
          </a:p>
        </p:txBody>
      </p:sp>
      <p:sp>
        <p:nvSpPr>
          <p:cNvPr id="7" name="Rectangle 6"/>
          <p:cNvSpPr/>
          <p:nvPr/>
        </p:nvSpPr>
        <p:spPr>
          <a:xfrm>
            <a:off x="1858864" y="1556986"/>
            <a:ext cx="8587680" cy="4692951"/>
          </a:xfrm>
          <a:prstGeom prst="rect">
            <a:avLst/>
          </a:prstGeom>
        </p:spPr>
        <p:txBody>
          <a:bodyPr wrap="square">
            <a:spAutoFit/>
          </a:bodyPr>
          <a:lstStyle/>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800" kern="0" dirty="0">
                <a:solidFill>
                  <a:srgbClr val="000099"/>
                </a:solidFill>
                <a:effectLst>
                  <a:outerShdw blurRad="38100" dist="38100" dir="2700000" algn="tl">
                    <a:srgbClr val="000000">
                      <a:alpha val="43137"/>
                    </a:srgbClr>
                  </a:outerShdw>
                </a:effectLst>
                <a:latin typeface="Bookman Old Style" panose="02050604050505020204" pitchFamily="18" charset="0"/>
                <a:cs typeface="Arial" pitchFamily="34" charset="0"/>
              </a:rPr>
              <a:t>If the baggage, </a:t>
            </a:r>
            <a:r>
              <a:rPr lang="en-US" sz="2800" b="1" kern="0" dirty="0">
                <a:solidFill>
                  <a:srgbClr val="000099"/>
                </a:solidFill>
                <a:effectLst>
                  <a:outerShdw blurRad="38100" dist="38100" dir="2700000" algn="tl">
                    <a:srgbClr val="000000">
                      <a:alpha val="43137"/>
                    </a:srgbClr>
                  </a:outerShdw>
                </a:effectLst>
                <a:latin typeface="Bookman Old Style" panose="02050604050505020204" pitchFamily="18" charset="0"/>
                <a:cs typeface="Arial" pitchFamily="34" charset="0"/>
              </a:rPr>
              <a:t>which was handed over to the airline</a:t>
            </a:r>
            <a:r>
              <a:rPr lang="en-US" sz="2800" kern="0" dirty="0">
                <a:solidFill>
                  <a:srgbClr val="000099"/>
                </a:solidFill>
                <a:effectLst>
                  <a:outerShdw blurRad="38100" dist="38100" dir="2700000" algn="tl">
                    <a:srgbClr val="000000">
                      <a:alpha val="43137"/>
                    </a:srgbClr>
                  </a:outerShdw>
                </a:effectLst>
                <a:latin typeface="Bookman Old Style" panose="02050604050505020204" pitchFamily="18" charset="0"/>
                <a:cs typeface="Arial" pitchFamily="34" charset="0"/>
              </a:rPr>
              <a:t> doesn’t arrive, all passengers are required to write a complaint with the airlines immediately.</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800" kern="0" dirty="0">
                <a:effectLst>
                  <a:outerShdw blurRad="38100" dist="38100" dir="2700000" algn="tl">
                    <a:srgbClr val="000000">
                      <a:alpha val="43137"/>
                    </a:srgbClr>
                  </a:outerShdw>
                </a:effectLst>
                <a:latin typeface="Bookman Old Style" panose="02050604050505020204" pitchFamily="18" charset="0"/>
                <a:cs typeface="Arial" pitchFamily="34" charset="0"/>
              </a:rPr>
              <a:t>The passenger will be given a complaint copy before leaving the airport.</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800" u="sng" kern="0" dirty="0">
                <a:solidFill>
                  <a:srgbClr val="000099"/>
                </a:solidFill>
                <a:effectLst>
                  <a:outerShdw blurRad="38100" dist="38100" dir="2700000" algn="tl">
                    <a:srgbClr val="000000">
                      <a:alpha val="43137"/>
                    </a:srgbClr>
                  </a:outerShdw>
                </a:effectLst>
                <a:latin typeface="Bookman Old Style" panose="02050604050505020204" pitchFamily="18" charset="0"/>
                <a:cs typeface="Arial" pitchFamily="34" charset="0"/>
              </a:rPr>
              <a:t>Complaints and enquiries from volunteers / friends / relatives will not be entertained</a:t>
            </a:r>
            <a:r>
              <a:rPr lang="en-US" sz="2800" u="sng" kern="0" dirty="0">
                <a:solidFill>
                  <a:srgbClr val="000099"/>
                </a:solidFill>
                <a:effectLst>
                  <a:outerShdw blurRad="38100" dist="38100" dir="2700000" algn="tl">
                    <a:srgbClr val="000000">
                      <a:alpha val="43137"/>
                    </a:srgbClr>
                  </a:outerShdw>
                </a:effectLst>
                <a:latin typeface="Arial" pitchFamily="34" charset="0"/>
                <a:cs typeface="Arial" pitchFamily="34" charset="0"/>
              </a:rPr>
              <a:t>.</a:t>
            </a:r>
          </a:p>
        </p:txBody>
      </p:sp>
    </p:spTree>
    <p:extLst>
      <p:ext uri="{BB962C8B-B14F-4D97-AF65-F5344CB8AC3E}">
        <p14:creationId xmlns:p14="http://schemas.microsoft.com/office/powerpoint/2010/main" val="304195654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27</a:t>
            </a:fld>
            <a:endParaRPr dirty="0"/>
          </a:p>
        </p:txBody>
      </p:sp>
      <p:sp>
        <p:nvSpPr>
          <p:cNvPr id="2" name="Rectangle 1"/>
          <p:cNvSpPr/>
          <p:nvPr/>
        </p:nvSpPr>
        <p:spPr>
          <a:xfrm>
            <a:off x="4352302" y="0"/>
            <a:ext cx="4805226"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rPr>
              <a:t>Perform Hajj and Ziyarat</a:t>
            </a:r>
            <a:endParaRPr lang="en-US" sz="3500" dirty="0">
              <a:solidFill>
                <a:schemeClr val="bg2">
                  <a:lumMod val="50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504" y="764704"/>
            <a:ext cx="8784976" cy="5976664"/>
          </a:xfrm>
          <a:prstGeom prst="rect">
            <a:avLst/>
          </a:prstGeom>
        </p:spPr>
      </p:pic>
    </p:spTree>
    <p:extLst>
      <p:ext uri="{BB962C8B-B14F-4D97-AF65-F5344CB8AC3E}">
        <p14:creationId xmlns:p14="http://schemas.microsoft.com/office/powerpoint/2010/main" val="147373273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28</a:t>
            </a:fld>
            <a:endParaRPr dirty="0"/>
          </a:p>
        </p:txBody>
      </p:sp>
      <p:sp>
        <p:nvSpPr>
          <p:cNvPr id="2" name="Rectangle 1"/>
          <p:cNvSpPr/>
          <p:nvPr/>
        </p:nvSpPr>
        <p:spPr>
          <a:xfrm>
            <a:off x="2095078" y="109503"/>
            <a:ext cx="6245621"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Preparing to return to India</a:t>
            </a:r>
            <a:endParaRPr lang="en-US" sz="3500" dirty="0">
              <a:solidFill>
                <a:schemeClr val="bg2">
                  <a:lumMod val="50000"/>
                </a:schemeClr>
              </a:solidFill>
              <a:latin typeface="Bookman Old Style" panose="02050604050505020204" pitchFamily="18" charset="0"/>
            </a:endParaRPr>
          </a:p>
        </p:txBody>
      </p:sp>
      <p:sp>
        <p:nvSpPr>
          <p:cNvPr id="3" name="Rectangle 2"/>
          <p:cNvSpPr/>
          <p:nvPr/>
        </p:nvSpPr>
        <p:spPr>
          <a:xfrm>
            <a:off x="127820" y="740445"/>
            <a:ext cx="9702760" cy="6056681"/>
          </a:xfrm>
          <a:prstGeom prst="rect">
            <a:avLst/>
          </a:prstGeom>
        </p:spPr>
        <p:txBody>
          <a:bodyPr wrap="square">
            <a:spAutoFit/>
          </a:bodyPr>
          <a:lstStyle/>
          <a:p>
            <a:pPr marL="795338" indent="-450850">
              <a:buFont typeface="Wingdings" pitchFamily="2" charset="2"/>
              <a:buChar char="Ø"/>
            </a:pPr>
            <a:r>
              <a:rPr lang="en-US" sz="2000" dirty="0">
                <a:effectLst>
                  <a:outerShdw blurRad="38100" dist="38100" dir="2700000" algn="tl">
                    <a:srgbClr val="000000">
                      <a:alpha val="43137"/>
                    </a:srgbClr>
                  </a:outerShdw>
                </a:effectLst>
                <a:highlight>
                  <a:srgbClr val="FFFF00"/>
                </a:highlight>
                <a:latin typeface="Bookman Old Style" panose="02050604050505020204" pitchFamily="18" charset="0"/>
              </a:rPr>
              <a:t>Every Haji will be allowed 02 pieces of check-in baggage  of 20 kgs each &amp; 01 Hang baggage of 07 kgs ONLY.</a:t>
            </a:r>
          </a:p>
          <a:p>
            <a:pPr marL="795338" indent="-450850">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Hajis should not carry zamzam, as Zamzam will be provided in India after arrival.</a:t>
            </a:r>
          </a:p>
          <a:p>
            <a:pPr marL="795338" indent="-450850">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While purchasing anything in Saudi Arabia, Hajis should note that </a:t>
            </a:r>
            <a:r>
              <a:rPr lang="en-US" sz="2000" dirty="0">
                <a:solidFill>
                  <a:srgbClr val="000099"/>
                </a:solidFill>
                <a:effectLst>
                  <a:outerShdw blurRad="38100" dist="38100" dir="2700000" algn="tl">
                    <a:srgbClr val="000000">
                      <a:alpha val="43137"/>
                    </a:srgbClr>
                  </a:outerShdw>
                </a:effectLst>
                <a:latin typeface="Bookman Old Style" panose="02050604050505020204" pitchFamily="18" charset="0"/>
              </a:rPr>
              <a:t>everything purchased will add weight to their baggage allowance</a:t>
            </a:r>
          </a:p>
          <a:p>
            <a:pPr marL="795338" indent="-450850">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Hajis will NOT be allowed to carry</a:t>
            </a:r>
          </a:p>
          <a:p>
            <a:pPr marL="795338" indent="-450850"/>
            <a:r>
              <a:rPr lang="en-US" sz="2000" dirty="0">
                <a:effectLst>
                  <a:outerShdw blurRad="38100" dist="38100" dir="2700000" algn="tl">
                    <a:srgbClr val="000000">
                      <a:alpha val="43137"/>
                    </a:srgbClr>
                  </a:outerShdw>
                </a:effectLst>
                <a:latin typeface="Bookman Old Style" panose="02050604050505020204" pitchFamily="18" charset="0"/>
              </a:rPr>
              <a:t>	Zamzam in check-in or Hand baggage.</a:t>
            </a:r>
          </a:p>
          <a:p>
            <a:pPr marL="801688" indent="-457200">
              <a:buFont typeface="Wingdings" panose="05000000000000000000" pitchFamily="2" charset="2"/>
              <a:buChar char="Ø"/>
            </a:pPr>
            <a:r>
              <a:rPr lang="en-US" sz="2000" b="1" dirty="0">
                <a:solidFill>
                  <a:srgbClr val="000099"/>
                </a:solidFill>
                <a:effectLst>
                  <a:outerShdw blurRad="38100" dist="38100" dir="2700000" algn="tl">
                    <a:srgbClr val="000000">
                      <a:alpha val="43137"/>
                    </a:srgbClr>
                  </a:outerShdw>
                </a:effectLst>
                <a:latin typeface="Bookman Old Style" panose="02050604050505020204" pitchFamily="18" charset="0"/>
              </a:rPr>
              <a:t>Zamzam if hidden inside baggage is</a:t>
            </a:r>
          </a:p>
          <a:p>
            <a:pPr marL="344488"/>
            <a:r>
              <a:rPr lang="en-US" sz="2000" b="1" dirty="0">
                <a:solidFill>
                  <a:srgbClr val="000099"/>
                </a:solidFill>
                <a:effectLst>
                  <a:outerShdw blurRad="38100" dist="38100" dir="2700000" algn="tl">
                    <a:srgbClr val="000000">
                      <a:alpha val="43137"/>
                    </a:srgbClr>
                  </a:outerShdw>
                </a:effectLst>
                <a:latin typeface="Bookman Old Style" panose="02050604050505020204" pitchFamily="18" charset="0"/>
              </a:rPr>
              <a:t>      removed by Saudi Security Agencies.</a:t>
            </a:r>
          </a:p>
          <a:p>
            <a:pPr marL="344488"/>
            <a:r>
              <a:rPr lang="en-US" sz="2000" b="1" dirty="0">
                <a:solidFill>
                  <a:srgbClr val="FF0000"/>
                </a:solidFill>
                <a:effectLst>
                  <a:outerShdw blurRad="38100" dist="38100" dir="2700000" algn="tl">
                    <a:srgbClr val="000000">
                      <a:alpha val="43137"/>
                    </a:srgbClr>
                  </a:outerShdw>
                </a:effectLst>
                <a:latin typeface="Bookman Old Style" panose="02050604050505020204" pitchFamily="18" charset="0"/>
              </a:rPr>
              <a:t>	</a:t>
            </a:r>
            <a:r>
              <a:rPr lang="en-US" sz="2000" b="1"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HIDING ZAMZAM IN BAGGAGE IS</a:t>
            </a:r>
          </a:p>
          <a:p>
            <a:pPr marL="344488"/>
            <a:r>
              <a:rPr lang="en-US" sz="2000" b="1"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STRICTLY PROHIBITED BY SAUDI AGENCIES</a:t>
            </a:r>
          </a:p>
          <a:p>
            <a:pPr marL="795338" indent="-450850">
              <a:buFont typeface="Wingdings"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A cargo counter will be set up next to the baggage acceptance counter, to carry baggage at subsidised rates.</a:t>
            </a:r>
          </a:p>
          <a:p>
            <a:pPr marL="795338" indent="-450850">
              <a:buFont typeface="Wingdings" pitchFamily="2" charset="2"/>
              <a:buChar char="Ø"/>
            </a:pPr>
            <a:r>
              <a:rPr lang="en-US" sz="2000" b="1"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Only </a:t>
            </a:r>
            <a:r>
              <a:rPr lang="en-US" sz="2000" b="1" u="sng"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01 handbag </a:t>
            </a:r>
            <a:r>
              <a:rPr lang="en-US" sz="2000" b="1"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of 07kgs will be allowed per Haji and it is to be carried by the Haji himself.</a:t>
            </a:r>
            <a:endParaRPr lang="en-US" sz="2000" dirty="0">
              <a:effectLst>
                <a:outerShdw blurRad="38100" dist="38100" dir="2700000" algn="tl">
                  <a:srgbClr val="000000">
                    <a:alpha val="43137"/>
                  </a:srgbClr>
                </a:outerShdw>
              </a:effectLst>
              <a:highlight>
                <a:srgbClr val="FFFF00"/>
              </a:highlight>
              <a:latin typeface="Bookman Old Style" panose="02050604050505020204" pitchFamily="18" charset="0"/>
            </a:endParaRPr>
          </a:p>
          <a:p>
            <a:pPr marL="795338" indent="-450850">
              <a:buFont typeface="Wingdings" pitchFamily="2" charset="2"/>
              <a:buChar char="Ø"/>
            </a:pPr>
            <a:r>
              <a:rPr lang="en-US" sz="2000" b="1" dirty="0">
                <a:solidFill>
                  <a:srgbClr val="000099"/>
                </a:solidFill>
                <a:effectLst>
                  <a:outerShdw blurRad="38100" dist="38100" dir="2700000" algn="tl">
                    <a:srgbClr val="000000">
                      <a:alpha val="43137"/>
                    </a:srgbClr>
                  </a:outerShdw>
                </a:effectLst>
                <a:latin typeface="Bookman Old Style" panose="02050604050505020204" pitchFamily="18" charset="0"/>
              </a:rPr>
              <a:t>No extra pouches, sling bags, plastic bags will be permitted.</a:t>
            </a:r>
          </a:p>
          <a:p>
            <a:pPr marL="795338" indent="-450850">
              <a:buFont typeface="Wingdings" pitchFamily="2" charset="2"/>
              <a:buChar char="Ø"/>
            </a:pPr>
            <a:endParaRPr lang="en-US" sz="2300" dirty="0">
              <a:effectLst>
                <a:outerShdw blurRad="38100" dist="38100" dir="2700000" algn="tl">
                  <a:srgbClr val="000000">
                    <a:alpha val="43137"/>
                  </a:srgbClr>
                </a:outerShdw>
              </a:effectLst>
            </a:endParaRPr>
          </a:p>
          <a:p>
            <a:pPr marL="795338" indent="-450850">
              <a:buFont typeface="Wingdings" pitchFamily="2" charset="2"/>
              <a:buChar char="Ø"/>
            </a:pPr>
            <a:endParaRPr lang="en-US" sz="2300" dirty="0">
              <a:solidFill>
                <a:srgbClr val="FF0000"/>
              </a:solidFill>
              <a:effectLst>
                <a:outerShdw blurRad="38100" dist="38100" dir="2700000" algn="tl">
                  <a:srgbClr val="000000">
                    <a:alpha val="43137"/>
                  </a:srgbClr>
                </a:outerShdw>
              </a:effectLst>
            </a:endParaRPr>
          </a:p>
        </p:txBody>
      </p:sp>
      <p:pic>
        <p:nvPicPr>
          <p:cNvPr id="9" name="Picture 8" descr="cargo.gif"/>
          <p:cNvPicPr>
            <a:picLocks noChangeAspect="1"/>
          </p:cNvPicPr>
          <p:nvPr/>
        </p:nvPicPr>
        <p:blipFill>
          <a:blip r:embed="rId2"/>
          <a:stretch>
            <a:fillRect/>
          </a:stretch>
        </p:blipFill>
        <p:spPr>
          <a:xfrm>
            <a:off x="7821662" y="2686550"/>
            <a:ext cx="2008917" cy="1741293"/>
          </a:xfrm>
          <a:prstGeom prst="rect">
            <a:avLst/>
          </a:prstGeom>
        </p:spPr>
      </p:pic>
      <p:sp>
        <p:nvSpPr>
          <p:cNvPr id="12" name="TextBox 11"/>
          <p:cNvSpPr txBox="1"/>
          <p:nvPr/>
        </p:nvSpPr>
        <p:spPr>
          <a:xfrm>
            <a:off x="7965679" y="3341754"/>
            <a:ext cx="1771663" cy="430887"/>
          </a:xfrm>
          <a:prstGeom prst="rect">
            <a:avLst/>
          </a:prstGeom>
          <a:noFill/>
        </p:spPr>
        <p:txBody>
          <a:bodyPr wrap="square" rtlCol="0">
            <a:spAutoFit/>
          </a:bodyPr>
          <a:lstStyle/>
          <a:p>
            <a:r>
              <a:rPr lang="en-US" sz="2200" dirty="0">
                <a:latin typeface="+mj-lt"/>
              </a:rPr>
              <a:t>07 kgs only</a:t>
            </a:r>
          </a:p>
        </p:txBody>
      </p:sp>
      <p:pic>
        <p:nvPicPr>
          <p:cNvPr id="4" name="Picture 3">
            <a:extLst>
              <a:ext uri="{FF2B5EF4-FFF2-40B4-BE49-F238E27FC236}">
                <a16:creationId xmlns:a16="http://schemas.microsoft.com/office/drawing/2014/main" id="{BA0200C1-E6E6-6A91-47CA-79A596F1B70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338502" y="0"/>
            <a:ext cx="2725678" cy="1393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15485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FCC2A-1E92-7B2D-724A-A04FF9422DF0}"/>
            </a:ext>
          </a:extLst>
        </p:cNvPr>
        <p:cNvGrpSpPr/>
        <p:nvPr/>
      </p:nvGrpSpPr>
      <p:grpSpPr>
        <a:xfrm>
          <a:off x="0" y="0"/>
          <a:ext cx="0" cy="0"/>
          <a:chOff x="0" y="0"/>
          <a:chExt cx="0" cy="0"/>
        </a:xfrm>
      </p:grpSpPr>
      <p:sp>
        <p:nvSpPr>
          <p:cNvPr id="15363" name="Slide Number Placeholder 2">
            <a:extLst>
              <a:ext uri="{FF2B5EF4-FFF2-40B4-BE49-F238E27FC236}">
                <a16:creationId xmlns:a16="http://schemas.microsoft.com/office/drawing/2014/main" id="{550751B7-1903-7441-4203-077A39DC1D94}"/>
              </a:ext>
            </a:extLst>
          </p:cNvPr>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29</a:t>
            </a:fld>
            <a:endParaRPr dirty="0"/>
          </a:p>
        </p:txBody>
      </p:sp>
      <p:sp>
        <p:nvSpPr>
          <p:cNvPr id="2" name="Rectangle 1">
            <a:extLst>
              <a:ext uri="{FF2B5EF4-FFF2-40B4-BE49-F238E27FC236}">
                <a16:creationId xmlns:a16="http://schemas.microsoft.com/office/drawing/2014/main" id="{4837CF96-4BBF-9BA3-FB37-1696794D04BC}"/>
              </a:ext>
            </a:extLst>
          </p:cNvPr>
          <p:cNvSpPr/>
          <p:nvPr/>
        </p:nvSpPr>
        <p:spPr>
          <a:xfrm>
            <a:off x="387081" y="370329"/>
            <a:ext cx="8779968"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Packing Zam </a:t>
            </a:r>
            <a:r>
              <a:rPr lang="en-US" sz="3500" dirty="0" err="1">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zam</a:t>
            </a: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 in Check in Baggage </a:t>
            </a:r>
            <a:endParaRPr lang="en-US" sz="3500" dirty="0">
              <a:solidFill>
                <a:schemeClr val="bg2">
                  <a:lumMod val="50000"/>
                </a:schemeClr>
              </a:solidFill>
              <a:latin typeface="Bookman Old Style" panose="02050604050505020204" pitchFamily="18" charset="0"/>
            </a:endParaRPr>
          </a:p>
        </p:txBody>
      </p:sp>
      <p:pic>
        <p:nvPicPr>
          <p:cNvPr id="4" name="Picture 3">
            <a:extLst>
              <a:ext uri="{FF2B5EF4-FFF2-40B4-BE49-F238E27FC236}">
                <a16:creationId xmlns:a16="http://schemas.microsoft.com/office/drawing/2014/main" id="{04D37C24-5CB1-1E90-ACC1-7983DDB7E9A2}"/>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pic>
        <p:nvPicPr>
          <p:cNvPr id="5" name="Zamzam in check in">
            <a:hlinkClick r:id="" action="ppaction://media"/>
            <a:extLst>
              <a:ext uri="{FF2B5EF4-FFF2-40B4-BE49-F238E27FC236}">
                <a16:creationId xmlns:a16="http://schemas.microsoft.com/office/drawing/2014/main" id="{A2BF89CC-2A17-A395-F7C2-4ADC79AD286B}"/>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387081" y="1612067"/>
            <a:ext cx="3097161" cy="3065205"/>
          </a:xfrm>
          <a:prstGeom prst="rect">
            <a:avLst/>
          </a:prstGeom>
        </p:spPr>
      </p:pic>
      <p:pic>
        <p:nvPicPr>
          <p:cNvPr id="6" name="zamzam in check in baggage 1">
            <a:hlinkClick r:id="" action="ppaction://media"/>
            <a:extLst>
              <a:ext uri="{FF2B5EF4-FFF2-40B4-BE49-F238E27FC236}">
                <a16:creationId xmlns:a16="http://schemas.microsoft.com/office/drawing/2014/main" id="{4092B936-71E8-1C51-C793-3755ECE9449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54563" y="990600"/>
            <a:ext cx="2682875" cy="4876800"/>
          </a:xfrm>
          <a:prstGeom prst="rect">
            <a:avLst/>
          </a:prstGeom>
        </p:spPr>
      </p:pic>
    </p:spTree>
    <p:extLst>
      <p:ext uri="{BB962C8B-B14F-4D97-AF65-F5344CB8AC3E}">
        <p14:creationId xmlns:p14="http://schemas.microsoft.com/office/powerpoint/2010/main" val="125135267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37"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003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
                </p:tgtEl>
              </p:cMediaNode>
            </p:video>
            <p:seq concurrent="1" nextAc="seek">
              <p:cTn id="12" restart="whenNotActive" fill="hold" evtFilter="cancelBubble" nodeType="interactiveSeq">
                <p:stCondLst>
                  <p:cond evt="onClick" delay="0">
                    <p:tgtEl>
                      <p:spTgt spid="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
                                        </p:tgtEl>
                                      </p:cBhvr>
                                    </p:cmd>
                                  </p:childTnLst>
                                </p:cTn>
                              </p:par>
                            </p:childTnLst>
                          </p:cTn>
                        </p:par>
                      </p:childTnLst>
                    </p:cTn>
                  </p:par>
                </p:childTnLst>
              </p:cTn>
              <p:nextCondLst>
                <p:cond evt="onClick" delay="0">
                  <p:tgtEl>
                    <p:spTgt spid="5"/>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30</a:t>
            </a:fld>
            <a:endParaRPr dirty="0"/>
          </a:p>
        </p:txBody>
      </p:sp>
      <p:sp>
        <p:nvSpPr>
          <p:cNvPr id="2" name="Rectangle 1"/>
          <p:cNvSpPr/>
          <p:nvPr/>
        </p:nvSpPr>
        <p:spPr>
          <a:xfrm>
            <a:off x="420956" y="90995"/>
            <a:ext cx="8456161"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18 hours before scheduled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10" name="Rectangle 9"/>
          <p:cNvSpPr/>
          <p:nvPr/>
        </p:nvSpPr>
        <p:spPr>
          <a:xfrm>
            <a:off x="-456310" y="630942"/>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Baggage Handover</a:t>
            </a:r>
            <a:endParaRPr lang="en-US" sz="3500" dirty="0">
              <a:solidFill>
                <a:schemeClr val="bg2">
                  <a:lumMod val="50000"/>
                </a:schemeClr>
              </a:solidFill>
              <a:latin typeface="Bookman Old Style" panose="02050604050505020204" pitchFamily="18" charset="0"/>
            </a:endParaRPr>
          </a:p>
        </p:txBody>
      </p:sp>
      <p:sp>
        <p:nvSpPr>
          <p:cNvPr id="4" name="Rectangle 3"/>
          <p:cNvSpPr/>
          <p:nvPr/>
        </p:nvSpPr>
        <p:spPr>
          <a:xfrm>
            <a:off x="786582" y="1396182"/>
            <a:ext cx="9144000" cy="4801314"/>
          </a:xfrm>
          <a:prstGeom prst="rect">
            <a:avLst/>
          </a:prstGeom>
        </p:spPr>
        <p:txBody>
          <a:bodyPr wrap="square">
            <a:spAutoFit/>
          </a:bodyPr>
          <a:lstStyle/>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Baggage will be accepted by handling agent, below the passengers accommodation / building in the presence of Indian embassy Staff &amp; Airline Officials.</a:t>
            </a:r>
          </a:p>
          <a:p>
            <a:pPr marL="457200" indent="-457200">
              <a:buFont typeface="Wingdings" pitchFamily="2" charset="2"/>
              <a:buChar char="Ø"/>
            </a:pPr>
            <a:r>
              <a:rPr lang="en-US" u="sng" dirty="0">
                <a:solidFill>
                  <a:srgbClr val="000099"/>
                </a:solidFill>
                <a:effectLst>
                  <a:outerShdw blurRad="38100" dist="38100" dir="2700000" algn="tl">
                    <a:srgbClr val="000000">
                      <a:alpha val="43137"/>
                    </a:srgbClr>
                  </a:outerShdw>
                </a:effectLst>
                <a:latin typeface="Bookman Old Style" panose="02050604050505020204" pitchFamily="18" charset="0"/>
              </a:rPr>
              <a:t>Hajis should check-in their own baggage only &amp; collect a  claim tag from the airline for the same.</a:t>
            </a:r>
          </a:p>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The Hajis should keep 01 extra pair of clothes in their hand baggage as they will not be able to access their check-in baggage after they are handed over to the authorities.</a:t>
            </a:r>
          </a:p>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All boarding passes / baggages of the cover number should be given together.</a:t>
            </a:r>
          </a:p>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Once baggage for the cover-number is accepted together, offloading of baggage is not possible.</a:t>
            </a:r>
          </a:p>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Part check-in of baggage is not accepted and only 01 Haji from every cover number can do the check-in with all the boarding passes.</a:t>
            </a:r>
          </a:p>
          <a:p>
            <a:pPr marL="457200" indent="-457200">
              <a:buFont typeface="Wingdings"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cs typeface="Arial" pitchFamily="34" charset="0"/>
              </a:rPr>
              <a:t>As per Saudi Haj Regulations, baggage are required to reach the airport for loading 18 hours before departure</a:t>
            </a:r>
          </a:p>
          <a:p>
            <a:pPr marL="457200" indent="-457200">
              <a:buFont typeface="Wingdings" pitchFamily="2" charset="2"/>
              <a:buChar char="Ø"/>
              <a:defRPr/>
            </a:pPr>
            <a:r>
              <a:rPr lang="en-US" b="1" dirty="0">
                <a:solidFill>
                  <a:srgbClr val="FF0000"/>
                </a:solidFill>
                <a:effectLst>
                  <a:outerShdw blurRad="38100" dist="38100" dir="2700000" algn="tl">
                    <a:srgbClr val="000000">
                      <a:alpha val="43137"/>
                    </a:srgbClr>
                  </a:outerShdw>
                </a:effectLst>
                <a:highlight>
                  <a:srgbClr val="FFFF00"/>
                </a:highlight>
                <a:latin typeface="Bookman Old Style" panose="02050604050505020204" pitchFamily="18" charset="0"/>
              </a:rPr>
              <a:t>Hand Baggage - Only 01 piece of 07kgs will be allowed per Haji</a:t>
            </a:r>
            <a:endParaRPr lang="en-US" dirty="0">
              <a:effectLst>
                <a:outerShdw blurRad="38100" dist="38100" dir="2700000" algn="tl">
                  <a:srgbClr val="000000">
                    <a:alpha val="43137"/>
                  </a:srgbClr>
                </a:outerShdw>
              </a:effectLst>
              <a:highlight>
                <a:srgbClr val="FFFF00"/>
              </a:highlight>
              <a:latin typeface="Bookman Old Style" panose="02050604050505020204" pitchFamily="18" charset="0"/>
            </a:endParaRPr>
          </a:p>
        </p:txBody>
      </p:sp>
      <p:pic>
        <p:nvPicPr>
          <p:cNvPr id="3" name="Picture 2">
            <a:extLst>
              <a:ext uri="{FF2B5EF4-FFF2-40B4-BE49-F238E27FC236}">
                <a16:creationId xmlns:a16="http://schemas.microsoft.com/office/drawing/2014/main" id="{6524794F-E6A4-560D-6B71-05F8CB98CD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57507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31</a:t>
            </a:fld>
            <a:endParaRPr dirty="0"/>
          </a:p>
        </p:txBody>
      </p:sp>
      <p:sp>
        <p:nvSpPr>
          <p:cNvPr id="2" name="Rectangle 1"/>
          <p:cNvSpPr/>
          <p:nvPr/>
        </p:nvSpPr>
        <p:spPr>
          <a:xfrm>
            <a:off x="289727" y="84215"/>
            <a:ext cx="8143576"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Reaching Jeddah / Madinah Airport</a:t>
            </a:r>
            <a:endParaRPr lang="en-US" sz="3500" dirty="0">
              <a:solidFill>
                <a:srgbClr val="FF0000"/>
              </a:solidFill>
              <a:latin typeface="Bookman Old Style" panose="02050604050505020204" pitchFamily="18" charset="0"/>
            </a:endParaRPr>
          </a:p>
        </p:txBody>
      </p:sp>
      <p:sp>
        <p:nvSpPr>
          <p:cNvPr id="10" name="Rectangle 9"/>
          <p:cNvSpPr/>
          <p:nvPr/>
        </p:nvSpPr>
        <p:spPr>
          <a:xfrm>
            <a:off x="0" y="691072"/>
            <a:ext cx="9144000" cy="969496"/>
          </a:xfrm>
          <a:prstGeom prst="rect">
            <a:avLst/>
          </a:prstGeom>
        </p:spPr>
        <p:txBody>
          <a:bodyPr wrap="square">
            <a:spAutoFit/>
          </a:bodyPr>
          <a:lstStyle/>
          <a:p>
            <a:r>
              <a:rPr lang="en-US" sz="3200" dirty="0">
                <a:solidFill>
                  <a:schemeClr val="bg2">
                    <a:lumMod val="50000"/>
                  </a:schemeClr>
                </a:solidFill>
                <a:effectLst>
                  <a:outerShdw blurRad="38100" dist="38100" dir="2700000" algn="tl">
                    <a:srgbClr val="000000">
                      <a:alpha val="43137"/>
                    </a:srgbClr>
                  </a:outerShdw>
                </a:effectLst>
              </a:rPr>
              <a:t>	</a:t>
            </a:r>
            <a:r>
              <a:rPr lang="en-US" sz="2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12 hours before scheduled departure. (JED)</a:t>
            </a:r>
          </a:p>
          <a:p>
            <a:r>
              <a:rPr lang="en-US" sz="2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	06 hours before scheduled departure. (MED)</a:t>
            </a:r>
            <a:endParaRPr lang="en-US" sz="2500" dirty="0">
              <a:solidFill>
                <a:schemeClr val="bg2">
                  <a:lumMod val="50000"/>
                </a:schemeClr>
              </a:solidFill>
              <a:latin typeface="Bookman Old Style" panose="02050604050505020204" pitchFamily="18" charset="0"/>
            </a:endParaRPr>
          </a:p>
        </p:txBody>
      </p:sp>
      <p:sp>
        <p:nvSpPr>
          <p:cNvPr id="4" name="Rectangle 3"/>
          <p:cNvSpPr/>
          <p:nvPr/>
        </p:nvSpPr>
        <p:spPr>
          <a:xfrm>
            <a:off x="511277" y="1817876"/>
            <a:ext cx="6956324" cy="4640438"/>
          </a:xfrm>
          <a:prstGeom prst="rect">
            <a:avLst/>
          </a:prstGeom>
        </p:spPr>
        <p:txBody>
          <a:bodyPr wrap="square">
            <a:spAutoFit/>
          </a:bodyPr>
          <a:lstStyle/>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itchFamily="34" charset="0"/>
              </a:rPr>
              <a:t>Hajis will be dropped off at the Airport Terminal by the buses and the Indian Mission Staff will guide the Hajis to the Gate.</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itchFamily="34" charset="0"/>
              </a:rPr>
              <a:t>Saudia Ground Staff shall be available and shall work in close coordination with Haj Mission Officials for Gate coordination.</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itchFamily="34" charset="0"/>
              </a:rPr>
              <a:t>Saudia Staff shall ensure that Hajis do not face any problems after security and Major Indian Language speakers shall be available at all times</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000" kern="0" dirty="0">
                <a:effectLst>
                  <a:outerShdw blurRad="38100" dist="38100" dir="2700000" algn="tl">
                    <a:srgbClr val="000000">
                      <a:alpha val="43137"/>
                    </a:srgbClr>
                  </a:outerShdw>
                </a:effectLst>
                <a:latin typeface="Bookman Old Style" panose="02050604050505020204" pitchFamily="18" charset="0"/>
                <a:cs typeface="Arial" pitchFamily="34" charset="0"/>
              </a:rPr>
              <a:t>Hajis will need to follow a queue system for immigrations security and boarding</a:t>
            </a:r>
            <a:r>
              <a:rPr lang="en-US" sz="2000" kern="0" dirty="0">
                <a:effectLst>
                  <a:outerShdw blurRad="38100" dist="38100" dir="2700000" algn="tl">
                    <a:srgbClr val="000000">
                      <a:alpha val="43137"/>
                    </a:srgbClr>
                  </a:outerShdw>
                </a:effectLst>
                <a:latin typeface="Arial" pitchFamily="34" charset="0"/>
                <a:cs typeface="Arial" pitchFamily="34" charset="0"/>
              </a:rPr>
              <a:t>.</a:t>
            </a:r>
          </a:p>
        </p:txBody>
      </p:sp>
      <p:pic>
        <p:nvPicPr>
          <p:cNvPr id="8" name="Picture 7" descr="under_tent_3.jpg"/>
          <p:cNvPicPr>
            <a:picLocks noChangeAspect="1"/>
          </p:cNvPicPr>
          <p:nvPr/>
        </p:nvPicPr>
        <p:blipFill>
          <a:blip r:embed="rId2"/>
          <a:stretch>
            <a:fillRect/>
          </a:stretch>
        </p:blipFill>
        <p:spPr>
          <a:xfrm>
            <a:off x="8480323" y="2605548"/>
            <a:ext cx="2205509" cy="3145260"/>
          </a:xfrm>
          <a:prstGeom prst="rect">
            <a:avLst/>
          </a:prstGeom>
        </p:spPr>
      </p:pic>
      <p:pic>
        <p:nvPicPr>
          <p:cNvPr id="3" name="Picture 2">
            <a:extLst>
              <a:ext uri="{FF2B5EF4-FFF2-40B4-BE49-F238E27FC236}">
                <a16:creationId xmlns:a16="http://schemas.microsoft.com/office/drawing/2014/main" id="{275506EE-EFE3-8982-6E8A-10510DB1115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992598"/>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32</a:t>
            </a:fld>
            <a:endParaRPr dirty="0"/>
          </a:p>
        </p:txBody>
      </p:sp>
      <p:sp>
        <p:nvSpPr>
          <p:cNvPr id="2" name="Rectangle 1"/>
          <p:cNvSpPr/>
          <p:nvPr/>
        </p:nvSpPr>
        <p:spPr>
          <a:xfrm>
            <a:off x="5643665" y="0"/>
            <a:ext cx="2762295" cy="630942"/>
          </a:xfrm>
          <a:prstGeom prst="rect">
            <a:avLst/>
          </a:prstGeom>
        </p:spPr>
        <p:txBody>
          <a:bodyPr wrap="none">
            <a:spAutoFit/>
          </a:bodyPr>
          <a:lstStyle/>
          <a:p>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On Landing</a:t>
            </a:r>
            <a:endParaRPr lang="en-US" sz="3500" dirty="0">
              <a:solidFill>
                <a:schemeClr val="bg2">
                  <a:lumMod val="50000"/>
                </a:schemeClr>
              </a:solidFill>
              <a:latin typeface="Bookman Old Style" panose="02050604050505020204" pitchFamily="18" charset="0"/>
            </a:endParaRPr>
          </a:p>
        </p:txBody>
      </p:sp>
      <p:sp>
        <p:nvSpPr>
          <p:cNvPr id="10" name="Rectangle 9"/>
          <p:cNvSpPr/>
          <p:nvPr/>
        </p:nvSpPr>
        <p:spPr>
          <a:xfrm>
            <a:off x="1524000" y="685800"/>
            <a:ext cx="9144000" cy="630942"/>
          </a:xfrm>
          <a:prstGeom prst="rect">
            <a:avLst/>
          </a:prstGeom>
        </p:spPr>
        <p:txBody>
          <a:bodyPr wrap="square">
            <a:spAutoFit/>
          </a:bodyPr>
          <a:lstStyle/>
          <a:p>
            <a:pPr algn="ctr"/>
            <a:r>
              <a:rPr lang="en-US" sz="35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Security / Immigrations</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3" name="Rectangle 2"/>
          <p:cNvSpPr/>
          <p:nvPr/>
        </p:nvSpPr>
        <p:spPr>
          <a:xfrm>
            <a:off x="648929" y="1455001"/>
            <a:ext cx="6307393" cy="4694298"/>
          </a:xfrm>
          <a:prstGeom prst="rect">
            <a:avLst/>
          </a:prstGeom>
        </p:spPr>
        <p:txBody>
          <a:bodyPr wrap="square">
            <a:spAutoFit/>
          </a:bodyPr>
          <a:lstStyle/>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800" kern="0" dirty="0">
                <a:effectLst>
                  <a:outerShdw blurRad="38100" dist="38100" dir="2700000" algn="tl">
                    <a:srgbClr val="000000">
                      <a:alpha val="43137"/>
                    </a:srgbClr>
                  </a:outerShdw>
                </a:effectLst>
                <a:latin typeface="Bookman Old Style" panose="02050604050505020204" pitchFamily="18" charset="0"/>
                <a:cs typeface="Arial" pitchFamily="34" charset="0"/>
              </a:rPr>
              <a:t>Volunteers at Indian Airports will be available to guide the Hajis through Immigrations and Customs.</a:t>
            </a:r>
          </a:p>
          <a:p>
            <a:pPr marL="457200" indent="-457200" fontAlgn="base">
              <a:lnSpc>
                <a:spcPct val="130000"/>
              </a:lnSpc>
              <a:spcBef>
                <a:spcPct val="20000"/>
              </a:spcBef>
              <a:spcAft>
                <a:spcPct val="0"/>
              </a:spcAft>
              <a:buClr>
                <a:schemeClr val="accent2"/>
              </a:buClr>
              <a:buSzPct val="80000"/>
              <a:buFont typeface="Wingdings" pitchFamily="2" charset="2"/>
              <a:buChar char="Ø"/>
              <a:defRPr/>
            </a:pPr>
            <a:r>
              <a:rPr lang="en-US" sz="2800" kern="0" dirty="0">
                <a:effectLst>
                  <a:outerShdw blurRad="38100" dist="38100" dir="2700000" algn="tl">
                    <a:srgbClr val="000000">
                      <a:alpha val="43137"/>
                    </a:srgbClr>
                  </a:outerShdw>
                </a:effectLst>
                <a:highlight>
                  <a:srgbClr val="FFFF00"/>
                </a:highlight>
                <a:latin typeface="Bookman Old Style" panose="02050604050505020204" pitchFamily="18" charset="0"/>
                <a:cs typeface="Arial" pitchFamily="34" charset="0"/>
              </a:rPr>
              <a:t>Hajis should queue at the Zamzam distribution counter      to collect the complimentary</a:t>
            </a:r>
          </a:p>
          <a:p>
            <a:pPr marL="457200" indent="-457200" fontAlgn="base">
              <a:lnSpc>
                <a:spcPct val="130000"/>
              </a:lnSpc>
              <a:spcBef>
                <a:spcPct val="20000"/>
              </a:spcBef>
              <a:spcAft>
                <a:spcPct val="0"/>
              </a:spcAft>
              <a:buClr>
                <a:schemeClr val="accent2"/>
              </a:buClr>
              <a:buSzPct val="80000"/>
              <a:defRPr/>
            </a:pPr>
            <a:r>
              <a:rPr lang="en-US" sz="2800" kern="0" dirty="0">
                <a:effectLst>
                  <a:outerShdw blurRad="38100" dist="38100" dir="2700000" algn="tl">
                    <a:srgbClr val="000000">
                      <a:alpha val="43137"/>
                    </a:srgbClr>
                  </a:outerShdw>
                </a:effectLst>
                <a:highlight>
                  <a:srgbClr val="FFFF00"/>
                </a:highlight>
                <a:latin typeface="Bookman Old Style" panose="02050604050505020204" pitchFamily="18" charset="0"/>
                <a:cs typeface="Arial" pitchFamily="34" charset="0"/>
              </a:rPr>
              <a:t>	05 liters Zamzam for each Haji.</a:t>
            </a:r>
            <a:r>
              <a:rPr lang="en-US" sz="2800" kern="0" dirty="0">
                <a:effectLst>
                  <a:outerShdw blurRad="38100" dist="38100" dir="2700000" algn="tl">
                    <a:srgbClr val="000000">
                      <a:alpha val="43137"/>
                    </a:srgbClr>
                  </a:outerShdw>
                </a:effectLst>
                <a:latin typeface="Bookman Old Style" panose="02050604050505020204" pitchFamily="18" charset="0"/>
                <a:cs typeface="Arial" pitchFamily="34" charset="0"/>
              </a:rPr>
              <a:t> </a:t>
            </a:r>
          </a:p>
        </p:txBody>
      </p:sp>
      <p:pic>
        <p:nvPicPr>
          <p:cNvPr id="9" name="Picture 2" descr="http://ts4.mm.bing.net/th?id=H.4918223807840859&amp;pid=15.1&amp;H=120&amp;W=160"/>
          <p:cNvPicPr>
            <a:picLocks noChangeAspect="1" noChangeArrowheads="1"/>
          </p:cNvPicPr>
          <p:nvPr/>
        </p:nvPicPr>
        <p:blipFill>
          <a:blip r:embed="rId2"/>
          <a:srcRect/>
          <a:stretch>
            <a:fillRect/>
          </a:stretch>
        </p:blipFill>
        <p:spPr bwMode="auto">
          <a:xfrm>
            <a:off x="7086600" y="2590800"/>
            <a:ext cx="3200400" cy="2514600"/>
          </a:xfrm>
          <a:prstGeom prst="rect">
            <a:avLst/>
          </a:prstGeom>
          <a:noFill/>
        </p:spPr>
      </p:pic>
      <p:pic>
        <p:nvPicPr>
          <p:cNvPr id="4" name="Picture 3">
            <a:extLst>
              <a:ext uri="{FF2B5EF4-FFF2-40B4-BE49-F238E27FC236}">
                <a16:creationId xmlns:a16="http://schemas.microsoft.com/office/drawing/2014/main" id="{CF07E1CA-DA12-071D-4AD8-EFF4E0EBDD0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67049" y="75004"/>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845222"/>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33</a:t>
            </a:fld>
            <a:endParaRPr dirty="0"/>
          </a:p>
        </p:txBody>
      </p:sp>
      <p:sp>
        <p:nvSpPr>
          <p:cNvPr id="6" name="Rectangle 5"/>
          <p:cNvSpPr/>
          <p:nvPr/>
        </p:nvSpPr>
        <p:spPr>
          <a:xfrm>
            <a:off x="1174956" y="133291"/>
            <a:ext cx="7414209"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Items permitted in hand baggage</a:t>
            </a:r>
            <a:endParaRPr lang="en-US" sz="3500" dirty="0">
              <a:solidFill>
                <a:srgbClr val="FF0000"/>
              </a:solidFill>
              <a:latin typeface="Bookman Old Style" panose="02050604050505020204" pitchFamily="18" charset="0"/>
            </a:endParaRPr>
          </a:p>
        </p:txBody>
      </p:sp>
      <p:sp>
        <p:nvSpPr>
          <p:cNvPr id="8" name="Rectangle 7"/>
          <p:cNvSpPr/>
          <p:nvPr/>
        </p:nvSpPr>
        <p:spPr>
          <a:xfrm>
            <a:off x="1905000" y="1030843"/>
            <a:ext cx="8458200" cy="5693866"/>
          </a:xfrm>
          <a:prstGeom prst="rect">
            <a:avLst/>
          </a:prstGeom>
        </p:spPr>
        <p:txBody>
          <a:bodyPr wrap="square">
            <a:spAutoFit/>
          </a:bodyPr>
          <a:lstStyle/>
          <a:p>
            <a:r>
              <a:rPr lang="en-US" sz="2600" b="1" dirty="0">
                <a:solidFill>
                  <a:srgbClr val="FF0000"/>
                </a:solidFill>
                <a:latin typeface="Bookman Old Style" panose="02050604050505020204" pitchFamily="18" charset="0"/>
              </a:rPr>
              <a:t>(Max weight 07 kgs per piece / per Haji)</a:t>
            </a:r>
          </a:p>
          <a:p>
            <a:pPr marL="457200" indent="-457200">
              <a:buFont typeface="Wingdings" pitchFamily="2" charset="2"/>
              <a:buChar char="Ø"/>
            </a:pPr>
            <a:r>
              <a:rPr lang="en-US" sz="2600" b="1" dirty="0">
                <a:latin typeface="Bookman Old Style" panose="02050604050505020204" pitchFamily="18" charset="0"/>
              </a:rPr>
              <a:t>	Quran Majeed</a:t>
            </a:r>
          </a:p>
          <a:p>
            <a:pPr marL="457200" indent="-457200">
              <a:buFont typeface="Wingdings" pitchFamily="2" charset="2"/>
              <a:buChar char="Ø"/>
            </a:pPr>
            <a:r>
              <a:rPr lang="en-US" sz="2600" b="1" dirty="0">
                <a:latin typeface="Bookman Old Style" panose="02050604050505020204" pitchFamily="18" charset="0"/>
              </a:rPr>
              <a:t>	Extra Ihram</a:t>
            </a:r>
          </a:p>
          <a:p>
            <a:pPr marL="457200" indent="-457200">
              <a:buFont typeface="Wingdings" pitchFamily="2" charset="2"/>
              <a:buChar char="Ø"/>
            </a:pPr>
            <a:r>
              <a:rPr lang="en-US" sz="2600" b="1" dirty="0">
                <a:latin typeface="Bookman Old Style" panose="02050604050505020204" pitchFamily="18" charset="0"/>
              </a:rPr>
              <a:t>	Extra Slippers</a:t>
            </a:r>
          </a:p>
          <a:p>
            <a:pPr marL="457200" indent="-457200">
              <a:buFont typeface="Wingdings" pitchFamily="2" charset="2"/>
              <a:buChar char="Ø"/>
            </a:pPr>
            <a:r>
              <a:rPr lang="en-US" sz="2600" b="1" dirty="0">
                <a:latin typeface="Bookman Old Style" panose="02050604050505020204" pitchFamily="18" charset="0"/>
              </a:rPr>
              <a:t>	Miswaak </a:t>
            </a:r>
          </a:p>
          <a:p>
            <a:pPr marL="457200" indent="-457200">
              <a:buFont typeface="Wingdings" pitchFamily="2" charset="2"/>
              <a:buChar char="Ø"/>
            </a:pPr>
            <a:r>
              <a:rPr lang="en-US" sz="2600" b="1" dirty="0">
                <a:latin typeface="Bookman Old Style" panose="02050604050505020204" pitchFamily="18" charset="0"/>
              </a:rPr>
              <a:t>	Empty Plastic bottle for water</a:t>
            </a:r>
          </a:p>
          <a:p>
            <a:pPr marL="457200" indent="-457200">
              <a:buFont typeface="Wingdings" pitchFamily="2" charset="2"/>
              <a:buChar char="Ø"/>
            </a:pPr>
            <a:r>
              <a:rPr lang="en-US" sz="2600" b="1" dirty="0">
                <a:latin typeface="Bookman Old Style" panose="02050604050505020204" pitchFamily="18" charset="0"/>
              </a:rPr>
              <a:t>	Musalla (Janamaz)</a:t>
            </a:r>
          </a:p>
          <a:p>
            <a:pPr marL="457200" indent="-457200">
              <a:buFont typeface="Wingdings" pitchFamily="2" charset="2"/>
              <a:buChar char="Ø"/>
            </a:pPr>
            <a:r>
              <a:rPr lang="en-US" sz="2600" b="1" dirty="0">
                <a:latin typeface="Bookman Old Style" panose="02050604050505020204" pitchFamily="18" charset="0"/>
              </a:rPr>
              <a:t>	Book on Ehkame Haj &amp; Duas.</a:t>
            </a:r>
          </a:p>
          <a:p>
            <a:pPr marL="457200" indent="-457200">
              <a:buFont typeface="Wingdings" pitchFamily="2" charset="2"/>
              <a:buChar char="Ø"/>
            </a:pPr>
            <a:r>
              <a:rPr lang="en-US" sz="2600" b="1" dirty="0">
                <a:latin typeface="Bookman Old Style" panose="02050604050505020204" pitchFamily="18" charset="0"/>
              </a:rPr>
              <a:t>	Ball pen</a:t>
            </a:r>
          </a:p>
          <a:p>
            <a:pPr marL="457200" indent="-457200">
              <a:buFont typeface="Wingdings" pitchFamily="2" charset="2"/>
              <a:buChar char="Ø"/>
            </a:pPr>
            <a:r>
              <a:rPr lang="en-US" sz="2600" b="1" dirty="0">
                <a:latin typeface="Bookman Old Style" panose="02050604050505020204" pitchFamily="18" charset="0"/>
              </a:rPr>
              <a:t>	Passport / Currency &amp; Documents. </a:t>
            </a:r>
          </a:p>
          <a:p>
            <a:pPr marL="457200" indent="-457200">
              <a:buFont typeface="Wingdings" pitchFamily="2" charset="2"/>
              <a:buChar char="Ø"/>
            </a:pPr>
            <a:r>
              <a:rPr lang="en-US" sz="2600" b="1" dirty="0">
                <a:latin typeface="Bookman Old Style" panose="02050604050505020204" pitchFamily="18" charset="0"/>
              </a:rPr>
              <a:t>	Tasbeeh</a:t>
            </a:r>
          </a:p>
          <a:p>
            <a:pPr marL="457200" indent="-457200">
              <a:buFont typeface="Wingdings" pitchFamily="2" charset="2"/>
              <a:buChar char="Ø"/>
            </a:pPr>
            <a:r>
              <a:rPr lang="en-US" sz="2600" b="1" dirty="0">
                <a:latin typeface="Bookman Old Style" panose="02050604050505020204" pitchFamily="18" charset="0"/>
              </a:rPr>
              <a:t>	</a:t>
            </a:r>
            <a:r>
              <a:rPr lang="en-US" sz="2600" b="1" dirty="0" err="1">
                <a:latin typeface="Bookman Old Style" panose="02050604050505020204" pitchFamily="18" charset="0"/>
              </a:rPr>
              <a:t>Topi</a:t>
            </a:r>
            <a:r>
              <a:rPr lang="en-US" sz="2600" b="1" dirty="0">
                <a:latin typeface="Bookman Old Style" panose="02050604050505020204" pitchFamily="18" charset="0"/>
              </a:rPr>
              <a:t> (Cap)</a:t>
            </a:r>
          </a:p>
          <a:p>
            <a:pPr marL="457200" indent="-457200">
              <a:buFont typeface="Wingdings" pitchFamily="2" charset="2"/>
              <a:buChar char="Ø"/>
            </a:pPr>
            <a:r>
              <a:rPr lang="en-US" sz="2600" b="1" dirty="0">
                <a:latin typeface="Bookman Old Style" panose="02050604050505020204" pitchFamily="18" charset="0"/>
              </a:rPr>
              <a:t>	Power banks / Mobile chargers</a:t>
            </a:r>
          </a:p>
          <a:p>
            <a:pPr marL="457200" indent="-457200">
              <a:buFont typeface="Wingdings" pitchFamily="2" charset="2"/>
              <a:buChar char="Ø"/>
            </a:pPr>
            <a:endParaRPr lang="en-US" sz="2600" b="1" dirty="0"/>
          </a:p>
        </p:txBody>
      </p:sp>
      <p:pic>
        <p:nvPicPr>
          <p:cNvPr id="2" name="Picture 1">
            <a:extLst>
              <a:ext uri="{FF2B5EF4-FFF2-40B4-BE49-F238E27FC236}">
                <a16:creationId xmlns:a16="http://schemas.microsoft.com/office/drawing/2014/main" id="{434D8692-FA53-139C-3942-5D18C46AF4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152761" y="832087"/>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66501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34</a:t>
            </a:fld>
            <a:endParaRPr dirty="0"/>
          </a:p>
        </p:txBody>
      </p:sp>
      <p:sp>
        <p:nvSpPr>
          <p:cNvPr id="6" name="Rectangle 5"/>
          <p:cNvSpPr/>
          <p:nvPr/>
        </p:nvSpPr>
        <p:spPr>
          <a:xfrm>
            <a:off x="4724400" y="0"/>
            <a:ext cx="3902030" cy="630942"/>
          </a:xfrm>
          <a:prstGeom prst="rect">
            <a:avLst/>
          </a:prstGeom>
        </p:spPr>
        <p:txBody>
          <a:bodyPr wrap="none">
            <a:spAutoFit/>
          </a:bodyPr>
          <a:lstStyle/>
          <a:p>
            <a:r>
              <a:rPr lang="en-US" sz="3500" dirty="0">
                <a:solidFill>
                  <a:srgbClr val="FF0000"/>
                </a:solidFill>
                <a:effectLst>
                  <a:outerShdw blurRad="38100" dist="38100" dir="2700000" algn="tl">
                    <a:srgbClr val="000000">
                      <a:alpha val="43137"/>
                    </a:srgbClr>
                  </a:outerShdw>
                </a:effectLst>
                <a:latin typeface="Bookman Old Style" panose="02050604050505020204" pitchFamily="18" charset="0"/>
              </a:rPr>
              <a:t>Important advise</a:t>
            </a:r>
            <a:endParaRPr lang="en-US" sz="3500" dirty="0">
              <a:solidFill>
                <a:srgbClr val="FF0000"/>
              </a:solidFill>
              <a:latin typeface="Bookman Old Style" panose="02050604050505020204" pitchFamily="18" charset="0"/>
            </a:endParaRPr>
          </a:p>
        </p:txBody>
      </p:sp>
      <p:sp>
        <p:nvSpPr>
          <p:cNvPr id="2" name="Rectangle 1"/>
          <p:cNvSpPr/>
          <p:nvPr/>
        </p:nvSpPr>
        <p:spPr>
          <a:xfrm>
            <a:off x="504084" y="1515092"/>
            <a:ext cx="9144000" cy="4893647"/>
          </a:xfrm>
          <a:prstGeom prst="rect">
            <a:avLst/>
          </a:prstGeom>
        </p:spPr>
        <p:txBody>
          <a:bodyPr wrap="square">
            <a:spAutoFit/>
          </a:bodyPr>
          <a:lstStyle/>
          <a:p>
            <a:r>
              <a:rPr lang="en-US" sz="2600" b="1" dirty="0">
                <a:solidFill>
                  <a:srgbClr val="FF0000"/>
                </a:solidFill>
                <a:latin typeface="Bookman Old Style" panose="02050604050505020204" pitchFamily="18" charset="0"/>
              </a:rPr>
              <a:t>Advise</a:t>
            </a:r>
            <a:br>
              <a:rPr lang="en-US" sz="2600" b="1" dirty="0">
                <a:solidFill>
                  <a:srgbClr val="FF0000"/>
                </a:solidFill>
                <a:latin typeface="Bookman Old Style" panose="02050604050505020204" pitchFamily="18" charset="0"/>
              </a:rPr>
            </a:br>
            <a:r>
              <a:rPr lang="en-US" sz="2600" b="1" dirty="0">
                <a:latin typeface="Bookman Old Style" panose="02050604050505020204" pitchFamily="18" charset="0"/>
              </a:rPr>
              <a:t>Do not carry -</a:t>
            </a:r>
            <a:br>
              <a:rPr lang="en-US" sz="2600" b="1" dirty="0">
                <a:latin typeface="Bookman Old Style" panose="02050604050505020204" pitchFamily="18" charset="0"/>
              </a:rPr>
            </a:br>
            <a:r>
              <a:rPr lang="en-US" sz="2600" b="1" dirty="0">
                <a:latin typeface="Bookman Old Style" panose="02050604050505020204" pitchFamily="18" charset="0"/>
              </a:rPr>
              <a:t>Valuables like Jewelry</a:t>
            </a:r>
            <a:br>
              <a:rPr lang="en-US" sz="2600" b="1" dirty="0">
                <a:latin typeface="Bookman Old Style" panose="02050604050505020204" pitchFamily="18" charset="0"/>
              </a:rPr>
            </a:br>
            <a:r>
              <a:rPr lang="en-US" sz="2600" b="1" dirty="0">
                <a:latin typeface="Bookman Old Style" panose="02050604050505020204" pitchFamily="18" charset="0"/>
              </a:rPr>
              <a:t>Undeclared Foreign Currency</a:t>
            </a:r>
            <a:br>
              <a:rPr lang="en-US" sz="2600" b="1" dirty="0">
                <a:latin typeface="Bookman Old Style" panose="02050604050505020204" pitchFamily="18" charset="0"/>
              </a:rPr>
            </a:br>
            <a:r>
              <a:rPr lang="en-US" sz="2600" b="1" dirty="0">
                <a:highlight>
                  <a:srgbClr val="FFFF00"/>
                </a:highlight>
                <a:latin typeface="Bookman Old Style" panose="02050604050505020204" pitchFamily="18" charset="0"/>
              </a:rPr>
              <a:t>Prohibited Goods or Goods in Commercial Quantity</a:t>
            </a:r>
          </a:p>
          <a:p>
            <a:br>
              <a:rPr lang="en-US" sz="2600" b="1" dirty="0">
                <a:latin typeface="Bookman Old Style" panose="02050604050505020204" pitchFamily="18" charset="0"/>
              </a:rPr>
            </a:br>
            <a:r>
              <a:rPr lang="en-US" sz="2600" b="1" dirty="0">
                <a:solidFill>
                  <a:srgbClr val="FF0000"/>
                </a:solidFill>
                <a:latin typeface="Bookman Old Style" panose="02050604050505020204" pitchFamily="18" charset="0"/>
              </a:rPr>
              <a:t>Important</a:t>
            </a:r>
            <a:br>
              <a:rPr lang="en-US" sz="2600" b="1" dirty="0">
                <a:solidFill>
                  <a:srgbClr val="FF0000"/>
                </a:solidFill>
                <a:latin typeface="Bookman Old Style" panose="02050604050505020204" pitchFamily="18" charset="0"/>
              </a:rPr>
            </a:br>
            <a:r>
              <a:rPr lang="en-US" sz="2600" b="1" dirty="0">
                <a:latin typeface="Bookman Old Style" panose="02050604050505020204" pitchFamily="18" charset="0"/>
              </a:rPr>
              <a:t>Do not carry any Goods for others and ensure packing of all bags are done in presence of passengers so that</a:t>
            </a:r>
          </a:p>
          <a:p>
            <a:r>
              <a:rPr lang="en-US" sz="2600" b="1" dirty="0">
                <a:latin typeface="Bookman Old Style" panose="02050604050505020204" pitchFamily="18" charset="0"/>
              </a:rPr>
              <a:t>passengers can explain to authorities the contents.</a:t>
            </a:r>
            <a:br>
              <a:rPr lang="en-US" sz="2600" b="1" dirty="0"/>
            </a:br>
            <a:endParaRPr lang="en-US" sz="2600" dirty="0"/>
          </a:p>
        </p:txBody>
      </p:sp>
      <p:sp>
        <p:nvSpPr>
          <p:cNvPr id="5" name="Rectangle 4"/>
          <p:cNvSpPr/>
          <p:nvPr/>
        </p:nvSpPr>
        <p:spPr>
          <a:xfrm>
            <a:off x="5181600" y="802166"/>
            <a:ext cx="4074987" cy="2246769"/>
          </a:xfrm>
          <a:prstGeom prst="rect">
            <a:avLst/>
          </a:prstGeom>
        </p:spPr>
        <p:txBody>
          <a:bodyPr wrap="square">
            <a:spAutoFit/>
          </a:bodyPr>
          <a:lstStyle/>
          <a:p>
            <a:pPr algn="ctr"/>
            <a:r>
              <a:rPr lang="en-US" sz="3500" b="1" dirty="0">
                <a:solidFill>
                  <a:srgbClr val="00B050"/>
                </a:solidFill>
                <a:effectLst>
                  <a:outerShdw blurRad="38100" dist="38100" dir="2700000" algn="tl">
                    <a:srgbClr val="000000">
                      <a:alpha val="43137"/>
                    </a:srgbClr>
                  </a:outerShdw>
                </a:effectLst>
                <a:latin typeface="Bookman Old Style" panose="02050604050505020204" pitchFamily="18" charset="0"/>
              </a:rPr>
              <a:t>Carrying Drugs to Saudi Arabia lead to death sentence</a:t>
            </a:r>
            <a:endParaRPr lang="en-US" sz="3500" b="1" dirty="0">
              <a:solidFill>
                <a:srgbClr val="00B050"/>
              </a:solidFill>
              <a:latin typeface="Bookman Old Style" panose="02050604050505020204" pitchFamily="18" charset="0"/>
            </a:endParaRPr>
          </a:p>
        </p:txBody>
      </p:sp>
      <p:pic>
        <p:nvPicPr>
          <p:cNvPr id="3" name="Picture 2">
            <a:extLst>
              <a:ext uri="{FF2B5EF4-FFF2-40B4-BE49-F238E27FC236}">
                <a16:creationId xmlns:a16="http://schemas.microsoft.com/office/drawing/2014/main" id="{C8517FD8-60A5-02CB-F41E-A09AEB6D39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256587" y="84136"/>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720419"/>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2"/>
          <p:cNvSpPr>
            <a:spLocks noGrp="1"/>
          </p:cNvSpPr>
          <p:nvPr>
            <p:ph type="sldNum" sz="quarter" idx="12"/>
          </p:nvPr>
        </p:nvSpPr>
        <p:spPr bwMode="auto">
          <a:xfrm>
            <a:off x="10225088" y="6408739"/>
            <a:ext cx="4429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ct val="0"/>
              </a:spcAft>
            </a:pPr>
            <a:fld id="{6F5A56C0-6810-4E32-BA91-F429DD3DF757}" type="slidenum">
              <a:rPr smtClean="0"/>
              <a:pPr eaLnBrk="1" fontAlgn="base" hangingPunct="1">
                <a:spcBef>
                  <a:spcPct val="0"/>
                </a:spcBef>
                <a:spcAft>
                  <a:spcPct val="0"/>
                </a:spcAft>
              </a:pPr>
              <a:t>35</a:t>
            </a:fld>
            <a:endParaRPr dirty="0"/>
          </a:p>
        </p:txBody>
      </p:sp>
      <p:sp>
        <p:nvSpPr>
          <p:cNvPr id="4" name="Rectangle 3"/>
          <p:cNvSpPr/>
          <p:nvPr/>
        </p:nvSpPr>
        <p:spPr>
          <a:xfrm>
            <a:off x="1410929" y="217293"/>
            <a:ext cx="7239000" cy="630942"/>
          </a:xfrm>
          <a:prstGeom prst="rect">
            <a:avLst/>
          </a:prstGeom>
        </p:spPr>
        <p:txBody>
          <a:bodyPr wrap="square">
            <a:spAutoFit/>
          </a:bodyPr>
          <a:lstStyle/>
          <a:p>
            <a:r>
              <a:rPr lang="en-US" sz="30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Phase 1 - 48 hours before departure</a:t>
            </a:r>
            <a:r>
              <a:rPr lang="en-US" sz="3500" dirty="0">
                <a:solidFill>
                  <a:schemeClr val="bg2">
                    <a:lumMod val="50000"/>
                  </a:schemeClr>
                </a:solidFill>
                <a:effectLst>
                  <a:outerShdw blurRad="38100" dist="38100" dir="2700000" algn="tl">
                    <a:srgbClr val="000000">
                      <a:alpha val="43137"/>
                    </a:srgbClr>
                  </a:outerShdw>
                </a:effectLst>
              </a:rPr>
              <a:t>.</a:t>
            </a:r>
            <a:endParaRPr lang="en-US" sz="3500" dirty="0">
              <a:solidFill>
                <a:schemeClr val="bg2">
                  <a:lumMod val="50000"/>
                </a:schemeClr>
              </a:solidFill>
            </a:endParaRPr>
          </a:p>
        </p:txBody>
      </p:sp>
      <p:sp>
        <p:nvSpPr>
          <p:cNvPr id="5" name="Rectangle 4"/>
          <p:cNvSpPr/>
          <p:nvPr/>
        </p:nvSpPr>
        <p:spPr>
          <a:xfrm>
            <a:off x="71830" y="1306124"/>
            <a:ext cx="9144000" cy="553998"/>
          </a:xfrm>
          <a:prstGeom prst="rect">
            <a:avLst/>
          </a:prstGeom>
        </p:spPr>
        <p:txBody>
          <a:bodyPr wrap="square">
            <a:spAutoFit/>
          </a:bodyPr>
          <a:lstStyle/>
          <a:p>
            <a:pPr algn="ctr"/>
            <a:r>
              <a:rPr lang="en-US" sz="3000" dirty="0">
                <a:solidFill>
                  <a:schemeClr val="bg2">
                    <a:lumMod val="50000"/>
                  </a:schemeClr>
                </a:solidFill>
                <a:effectLst>
                  <a:outerShdw blurRad="38100" dist="38100" dir="2700000" algn="tl">
                    <a:srgbClr val="000000">
                      <a:alpha val="43137"/>
                    </a:srgbClr>
                  </a:outerShdw>
                </a:effectLst>
                <a:latin typeface="Bookman Old Style" panose="02050604050505020204" pitchFamily="18" charset="0"/>
              </a:rPr>
              <a:t> Change in regulations due to Covid19</a:t>
            </a:r>
            <a:endParaRPr lang="en-US" sz="3000" dirty="0">
              <a:solidFill>
                <a:schemeClr val="bg2">
                  <a:lumMod val="50000"/>
                </a:schemeClr>
              </a:solidFill>
              <a:latin typeface="Bookman Old Style" panose="02050604050505020204" pitchFamily="18" charset="0"/>
            </a:endParaRPr>
          </a:p>
        </p:txBody>
      </p:sp>
      <p:sp>
        <p:nvSpPr>
          <p:cNvPr id="23" name="Rectangle 22"/>
          <p:cNvSpPr/>
          <p:nvPr/>
        </p:nvSpPr>
        <p:spPr>
          <a:xfrm>
            <a:off x="939634" y="2318011"/>
            <a:ext cx="9728365" cy="2785378"/>
          </a:xfrm>
          <a:prstGeom prst="rect">
            <a:avLst/>
          </a:prstGeom>
        </p:spPr>
        <p:txBody>
          <a:bodyPr wrap="square">
            <a:spAutoFit/>
          </a:bodyPr>
          <a:lstStyle/>
          <a:p>
            <a:pPr marL="571500" indent="-571500">
              <a:buFont typeface="Wingdings" panose="05000000000000000000" pitchFamily="2" charset="2"/>
              <a:buChar char="Ø"/>
            </a:pPr>
            <a:r>
              <a:rPr lang="en-US" sz="3500" dirty="0">
                <a:solidFill>
                  <a:srgbClr val="000099"/>
                </a:solidFill>
                <a:effectLst>
                  <a:outerShdw blurRad="38100" dist="38100" dir="2700000" algn="tl">
                    <a:srgbClr val="000000">
                      <a:alpha val="43137"/>
                    </a:srgbClr>
                  </a:outerShdw>
                </a:effectLst>
                <a:latin typeface="Bookman Old Style" panose="02050604050505020204" pitchFamily="18" charset="0"/>
              </a:rPr>
              <a:t>Haj requirements may change due to Corona and new variants. </a:t>
            </a:r>
            <a:r>
              <a:rPr lang="en-US" sz="3500" u="sng" dirty="0">
                <a:solidFill>
                  <a:srgbClr val="000099"/>
                </a:solidFill>
                <a:effectLst>
                  <a:outerShdw blurRad="38100" dist="38100" dir="2700000" algn="tl">
                    <a:srgbClr val="000000">
                      <a:alpha val="43137"/>
                    </a:srgbClr>
                  </a:outerShdw>
                </a:effectLst>
                <a:latin typeface="Bookman Old Style" panose="02050604050505020204" pitchFamily="18" charset="0"/>
              </a:rPr>
              <a:t>The same shall be communicated later, if any.</a:t>
            </a:r>
          </a:p>
          <a:p>
            <a:pPr marL="571500" indent="-571500">
              <a:buFont typeface="Wingdings" panose="05000000000000000000" pitchFamily="2" charset="2"/>
              <a:buChar char="Ø"/>
            </a:pPr>
            <a:r>
              <a:rPr lang="en-US" sz="3500" dirty="0">
                <a:solidFill>
                  <a:srgbClr val="000099"/>
                </a:solidFill>
                <a:effectLst>
                  <a:outerShdw blurRad="38100" dist="38100" dir="2700000" algn="tl">
                    <a:srgbClr val="000000">
                      <a:alpha val="43137"/>
                    </a:srgbClr>
                  </a:outerShdw>
                </a:effectLst>
                <a:latin typeface="Bookman Old Style" panose="02050604050505020204" pitchFamily="18" charset="0"/>
              </a:rPr>
              <a:t>Saudi Arabia may insist for 02 doses of vaccine.</a:t>
            </a:r>
          </a:p>
        </p:txBody>
      </p:sp>
      <p:pic>
        <p:nvPicPr>
          <p:cNvPr id="3" name="Picture 2">
            <a:extLst>
              <a:ext uri="{FF2B5EF4-FFF2-40B4-BE49-F238E27FC236}">
                <a16:creationId xmlns:a16="http://schemas.microsoft.com/office/drawing/2014/main" id="{AF176F00-39A6-7CDC-3ED2-AB88D8DED8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81537" y="178947"/>
            <a:ext cx="2725678" cy="161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102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28700" y="1967266"/>
            <a:ext cx="2628900" cy="2547257"/>
          </a:xfrm>
          <a:prstGeom prst="rect">
            <a:avLst/>
          </a:prstGeom>
          <a:noFill/>
        </p:spPr>
        <p:txBody>
          <a:bodyPr vert="horz" lIns="91440" tIns="45720" rIns="91440" bIns="45720" rtlCol="0" anchor="ctr">
            <a:normAutofit lnSpcReduction="10000"/>
          </a:bodyPr>
          <a:lstStyle/>
          <a:p>
            <a:pPr algn="ctr">
              <a:lnSpc>
                <a:spcPct val="90000"/>
              </a:lnSpc>
              <a:spcBef>
                <a:spcPct val="0"/>
              </a:spcBef>
              <a:spcAft>
                <a:spcPts val="600"/>
              </a:spcAft>
            </a:pPr>
            <a:endParaRPr lang="en-US" sz="2800" kern="1200" dirty="0">
              <a:solidFill>
                <a:srgbClr val="FFFFFF"/>
              </a:solidFill>
              <a:latin typeface="Bookman Old Style" panose="02050604050505020204" pitchFamily="18" charset="0"/>
              <a:ea typeface="+mj-ea"/>
              <a:cs typeface="+mj-cs"/>
            </a:endParaRPr>
          </a:p>
          <a:p>
            <a:pPr algn="ctr">
              <a:lnSpc>
                <a:spcPct val="90000"/>
              </a:lnSpc>
              <a:spcBef>
                <a:spcPct val="0"/>
              </a:spcBef>
              <a:spcAft>
                <a:spcPts val="600"/>
              </a:spcAft>
            </a:pPr>
            <a:r>
              <a:rPr lang="en-US" sz="2800" kern="1200" dirty="0">
                <a:solidFill>
                  <a:srgbClr val="FFFFFF"/>
                </a:solidFill>
                <a:latin typeface="Bookman Old Style" panose="02050604050505020204" pitchFamily="18" charset="0"/>
                <a:ea typeface="+mj-ea"/>
                <a:cs typeface="+mj-cs"/>
              </a:rPr>
              <a:t>Kindly keep all of us in your duas.</a:t>
            </a:r>
          </a:p>
          <a:p>
            <a:pPr algn="ctr">
              <a:lnSpc>
                <a:spcPct val="90000"/>
              </a:lnSpc>
              <a:spcBef>
                <a:spcPct val="0"/>
              </a:spcBef>
              <a:spcAft>
                <a:spcPts val="600"/>
              </a:spcAft>
            </a:pPr>
            <a:endParaRPr lang="en-US" sz="2800" kern="1200" dirty="0">
              <a:solidFill>
                <a:srgbClr val="FFFFFF"/>
              </a:solidFill>
              <a:latin typeface="Bookman Old Style" panose="02050604050505020204" pitchFamily="18" charset="0"/>
              <a:ea typeface="+mj-ea"/>
              <a:cs typeface="+mj-cs"/>
            </a:endParaRPr>
          </a:p>
          <a:p>
            <a:pPr algn="ctr">
              <a:lnSpc>
                <a:spcPct val="90000"/>
              </a:lnSpc>
              <a:spcBef>
                <a:spcPct val="0"/>
              </a:spcBef>
              <a:spcAft>
                <a:spcPts val="600"/>
              </a:spcAft>
            </a:pPr>
            <a:r>
              <a:rPr lang="en-US" sz="2800" kern="1200" dirty="0">
                <a:solidFill>
                  <a:srgbClr val="FFFFFF"/>
                </a:solidFill>
                <a:latin typeface="Bookman Old Style" panose="02050604050505020204" pitchFamily="18" charset="0"/>
                <a:ea typeface="+mj-ea"/>
                <a:cs typeface="+mj-cs"/>
              </a:rPr>
              <a:t>Haj Mubarak</a:t>
            </a:r>
          </a:p>
          <a:p>
            <a:pPr algn="ctr">
              <a:lnSpc>
                <a:spcPct val="90000"/>
              </a:lnSpc>
              <a:spcBef>
                <a:spcPct val="0"/>
              </a:spcBef>
              <a:spcAft>
                <a:spcPts val="600"/>
              </a:spcAft>
            </a:pPr>
            <a:endParaRPr lang="en-US" sz="2800" kern="1200" dirty="0">
              <a:solidFill>
                <a:srgbClr val="FFFFFF"/>
              </a:solidFill>
              <a:latin typeface="+mj-lt"/>
              <a:ea typeface="+mj-ea"/>
              <a:cs typeface="+mj-cs"/>
            </a:endParaRPr>
          </a:p>
          <a:p>
            <a:pPr algn="ctr">
              <a:lnSpc>
                <a:spcPct val="90000"/>
              </a:lnSpc>
              <a:spcBef>
                <a:spcPct val="0"/>
              </a:spcBef>
              <a:spcAft>
                <a:spcPts val="600"/>
              </a:spcAft>
            </a:pPr>
            <a:endParaRPr lang="en-US" sz="2800" b="1"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3A79B286-CF52-746E-CAB2-CAE446D299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37523" y="0"/>
            <a:ext cx="2740126" cy="1574019"/>
          </a:xfrm>
          <a:prstGeom prst="rect">
            <a:avLst/>
          </a:prstGeom>
          <a:noFill/>
          <a:extLst>
            <a:ext uri="{909E8E84-426E-40DD-AFC4-6F175D3DCCD1}">
              <a14:hiddenFill xmlns:a14="http://schemas.microsoft.com/office/drawing/2010/main">
                <a:solidFill>
                  <a:srgbClr val="FFFFFF"/>
                </a:solidFill>
              </a14:hiddenFill>
            </a:ext>
          </a:extLst>
        </p:spPr>
      </p:pic>
      <p:sp>
        <p:nvSpPr>
          <p:cNvPr id="15363" name="Slide Number Placeholder 2"/>
          <p:cNvSpPr>
            <a:spLocks noGrp="1"/>
          </p:cNvSpPr>
          <p:nvPr>
            <p:ph type="sldNum" sz="quarter" idx="12"/>
          </p:nvPr>
        </p:nvSpPr>
        <p:spPr bwMode="auto">
          <a:xfrm>
            <a:off x="11034184" y="6356350"/>
            <a:ext cx="514349"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algn="r" rtl="1" eaLnBrk="0" fontAlgn="base" hangingPunct="0">
              <a:spcBef>
                <a:spcPct val="0"/>
              </a:spcBef>
              <a:spcAft>
                <a:spcPct val="0"/>
              </a:spcAft>
              <a:defRPr>
                <a:solidFill>
                  <a:schemeClr val="tx1"/>
                </a:solidFill>
                <a:latin typeface="Calibri" pitchFamily="34" charset="0"/>
                <a:cs typeface="Arial" charset="0"/>
              </a:defRPr>
            </a:lvl6pPr>
            <a:lvl7pPr marL="2971800" indent="-228600" algn="r" rtl="1" eaLnBrk="0" fontAlgn="base" hangingPunct="0">
              <a:spcBef>
                <a:spcPct val="0"/>
              </a:spcBef>
              <a:spcAft>
                <a:spcPct val="0"/>
              </a:spcAft>
              <a:defRPr>
                <a:solidFill>
                  <a:schemeClr val="tx1"/>
                </a:solidFill>
                <a:latin typeface="Calibri" pitchFamily="34" charset="0"/>
                <a:cs typeface="Arial" charset="0"/>
              </a:defRPr>
            </a:lvl7pPr>
            <a:lvl8pPr marL="3429000" indent="-228600" algn="r" rtl="1" eaLnBrk="0" fontAlgn="base" hangingPunct="0">
              <a:spcBef>
                <a:spcPct val="0"/>
              </a:spcBef>
              <a:spcAft>
                <a:spcPct val="0"/>
              </a:spcAft>
              <a:defRPr>
                <a:solidFill>
                  <a:schemeClr val="tx1"/>
                </a:solidFill>
                <a:latin typeface="Calibri" pitchFamily="34" charset="0"/>
                <a:cs typeface="Arial" charset="0"/>
              </a:defRPr>
            </a:lvl8pPr>
            <a:lvl9pPr marL="3886200" indent="-228600" algn="r" rtl="1" eaLnBrk="0" fontAlgn="base" hangingPunct="0">
              <a:spcBef>
                <a:spcPct val="0"/>
              </a:spcBef>
              <a:spcAft>
                <a:spcPct val="0"/>
              </a:spcAft>
              <a:defRPr>
                <a:solidFill>
                  <a:schemeClr val="tx1"/>
                </a:solidFill>
                <a:latin typeface="Calibri" pitchFamily="34" charset="0"/>
                <a:cs typeface="Arial" charset="0"/>
              </a:defRPr>
            </a:lvl9pPr>
          </a:lstStyle>
          <a:p>
            <a:pPr eaLnBrk="1" fontAlgn="base" hangingPunct="1">
              <a:spcBef>
                <a:spcPct val="0"/>
              </a:spcBef>
              <a:spcAft>
                <a:spcPts val="600"/>
              </a:spcAft>
            </a:pPr>
            <a:fld id="{6F5A56C0-6810-4E32-BA91-F429DD3DF757}" type="slidenum">
              <a:rPr lang="en-US">
                <a:solidFill>
                  <a:schemeClr val="tx1">
                    <a:alpha val="80000"/>
                  </a:schemeClr>
                </a:solidFill>
                <a:latin typeface="+mn-lt"/>
                <a:cs typeface="+mn-cs"/>
              </a:rPr>
              <a:pPr eaLnBrk="1" fontAlgn="base" hangingPunct="1">
                <a:spcBef>
                  <a:spcPct val="0"/>
                </a:spcBef>
                <a:spcAft>
                  <a:spcPts val="600"/>
                </a:spcAft>
              </a:pPr>
              <a:t>36</a:t>
            </a:fld>
            <a:endParaRPr lang="en-US">
              <a:solidFill>
                <a:schemeClr val="tx1">
                  <a:alpha val="80000"/>
                </a:schemeClr>
              </a:solidFill>
              <a:latin typeface="+mn-lt"/>
              <a:cs typeface="+mn-cs"/>
            </a:endParaRPr>
          </a:p>
        </p:txBody>
      </p:sp>
      <p:pic>
        <p:nvPicPr>
          <p:cNvPr id="5" name="Picture 4" descr="A person in a white shirt and white shirt standing in front of a large crowd of people&#10;&#10;AI-generated content may be incorrect.">
            <a:extLst>
              <a:ext uri="{FF2B5EF4-FFF2-40B4-BE49-F238E27FC236}">
                <a16:creationId xmlns:a16="http://schemas.microsoft.com/office/drawing/2014/main" id="{8B63BBA6-7348-6AD0-6395-FE943538183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32223" y="1574020"/>
            <a:ext cx="6101247" cy="4335168"/>
          </a:xfrm>
          <a:prstGeom prst="rect">
            <a:avLst/>
          </a:prstGeom>
        </p:spPr>
      </p:pic>
    </p:spTree>
    <p:extLst>
      <p:ext uri="{BB962C8B-B14F-4D97-AF65-F5344CB8AC3E}">
        <p14:creationId xmlns:p14="http://schemas.microsoft.com/office/powerpoint/2010/main" val="781700317"/>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2040</Words>
  <Application>Microsoft Office PowerPoint</Application>
  <PresentationFormat>Widescreen</PresentationFormat>
  <Paragraphs>257</Paragraphs>
  <Slides>36</Slides>
  <Notes>0</Notes>
  <HiddenSlides>0</HiddenSlides>
  <MMClips>2</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6" baseType="lpstr">
      <vt:lpstr>Aptos</vt:lpstr>
      <vt:lpstr>Aptos Display</vt:lpstr>
      <vt:lpstr>Arial</vt:lpstr>
      <vt:lpstr>Bookman Old Style</vt:lpstr>
      <vt:lpstr>Calibri</vt:lpstr>
      <vt:lpstr>Calibri Light</vt:lpstr>
      <vt:lpstr>Wingdings</vt:lpstr>
      <vt:lpstr>Wingdings 2</vt:lpstr>
      <vt:lpstr>Office Theme</vt:lpstr>
      <vt:lpstr>Photo Editor Photo</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baggages permitted  Suitcases  Airbags  Trolley bags               Types of baggages not permitted     Buckets    Mugs    Drums  Bedrolls / Sleeping bags  Cartons / Sacks / Bori   Metal suitcases / Smart Luggage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Zubair S Dadi</dc:creator>
  <cp:lastModifiedBy>Zubair S Dadi</cp:lastModifiedBy>
  <cp:revision>7</cp:revision>
  <dcterms:created xsi:type="dcterms:W3CDTF">2024-04-14T18:51:50Z</dcterms:created>
  <dcterms:modified xsi:type="dcterms:W3CDTF">2026-01-08T13:31:23Z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d263663-e5ef-4f98-8321-4a64a0aa8e89_Enabled">
    <vt:lpwstr>true</vt:lpwstr>
  </property>
  <property fmtid="{D5CDD505-2E9C-101B-9397-08002B2CF9AE}" pid="3" name="MSIP_Label_1d263663-e5ef-4f98-8321-4a64a0aa8e89_SetDate">
    <vt:lpwstr>2024-04-14T20:46:49Z</vt:lpwstr>
  </property>
  <property fmtid="{D5CDD505-2E9C-101B-9397-08002B2CF9AE}" pid="4" name="MSIP_Label_1d263663-e5ef-4f98-8321-4a64a0aa8e89_Method">
    <vt:lpwstr>Standard</vt:lpwstr>
  </property>
  <property fmtid="{D5CDD505-2E9C-101B-9397-08002B2CF9AE}" pid="5" name="MSIP_Label_1d263663-e5ef-4f98-8321-4a64a0aa8e89_Name">
    <vt:lpwstr>Internal</vt:lpwstr>
  </property>
  <property fmtid="{D5CDD505-2E9C-101B-9397-08002B2CF9AE}" pid="6" name="MSIP_Label_1d263663-e5ef-4f98-8321-4a64a0aa8e89_SiteId">
    <vt:lpwstr>f8ba2c23-a403-423b-ba39-f7883c211637</vt:lpwstr>
  </property>
  <property fmtid="{D5CDD505-2E9C-101B-9397-08002B2CF9AE}" pid="7" name="MSIP_Label_1d263663-e5ef-4f98-8321-4a64a0aa8e89_ActionId">
    <vt:lpwstr>4eb49c87-ed4e-485f-a7e5-4728772c3ebb</vt:lpwstr>
  </property>
  <property fmtid="{D5CDD505-2E9C-101B-9397-08002B2CF9AE}" pid="8" name="MSIP_Label_1d263663-e5ef-4f98-8321-4a64a0aa8e89_ContentBits">
    <vt:lpwstr>0</vt:lpwstr>
  </property>
</Properties>
</file>